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3" r:id="rId1"/>
    <p:sldMasterId id="2147483660" r:id="rId2"/>
  </p:sldMasterIdLst>
  <p:sldIdLst>
    <p:sldId id="258" r:id="rId3"/>
    <p:sldId id="256" r:id="rId4"/>
    <p:sldId id="270" r:id="rId5"/>
    <p:sldId id="259" r:id="rId6"/>
    <p:sldId id="260" r:id="rId7"/>
    <p:sldId id="261" r:id="rId8"/>
    <p:sldId id="263" r:id="rId9"/>
    <p:sldId id="269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9695"/>
    <a:srgbClr val="823215"/>
    <a:srgbClr val="FFFFFF"/>
    <a:srgbClr val="821C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49B6C1-7F4A-44FC-972E-0904510FC021}" v="55" dt="2026-01-26T12:39:12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344BF5-01DA-4486-88BA-13539F7FF4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3E6159-7C0A-47AA-9A35-C4FC3EAF07F4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>
              <a:latin typeface="Aptos Display" panose="020F0302020204030204"/>
            </a:rPr>
            <a:t>Programming</a:t>
          </a:r>
          <a:r>
            <a:rPr lang="en-US" sz="3200" b="1" dirty="0"/>
            <a:t> &amp; DB</a:t>
          </a:r>
        </a:p>
      </dgm:t>
    </dgm:pt>
    <dgm:pt modelId="{EE535363-08E6-4A9B-8B65-9D86B91AC3AF}" type="parTrans" cxnId="{4C061B9A-1227-4530-A147-02762543C22D}">
      <dgm:prSet/>
      <dgm:spPr/>
      <dgm:t>
        <a:bodyPr/>
        <a:lstStyle/>
        <a:p>
          <a:endParaRPr lang="en-US"/>
        </a:p>
      </dgm:t>
    </dgm:pt>
    <dgm:pt modelId="{448A1CA4-B443-40A3-B3AD-4FA159C9FA3F}" type="sibTrans" cxnId="{4C061B9A-1227-4530-A147-02762543C22D}">
      <dgm:prSet/>
      <dgm:spPr/>
      <dgm:t>
        <a:bodyPr/>
        <a:lstStyle/>
        <a:p>
          <a:endParaRPr lang="en-US"/>
        </a:p>
      </dgm:t>
    </dgm:pt>
    <dgm:pt modelId="{FB1EE2C4-2D60-45D0-9727-BD9C63F91313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Aptos Display" panose="020F0302020204030204"/>
            </a:rPr>
            <a:t>Java, JDBC, Spring Boot framework,JavaScript, css,</a:t>
          </a:r>
          <a:r>
            <a:rPr lang="en-US" sz="2000" dirty="0">
              <a:latin typeface="Calibri"/>
              <a:ea typeface="Calibri"/>
              <a:cs typeface="Calibri"/>
            </a:rPr>
            <a:t>MYSQL,Thymeleaf</a:t>
          </a:r>
        </a:p>
      </dgm:t>
    </dgm:pt>
    <dgm:pt modelId="{D1BCCCE3-5B2E-48EE-A803-A83500E2BF68}" type="parTrans" cxnId="{BE3024C6-907B-44C8-827A-8AF3E83AB8DE}">
      <dgm:prSet/>
      <dgm:spPr/>
      <dgm:t>
        <a:bodyPr/>
        <a:lstStyle/>
        <a:p>
          <a:endParaRPr lang="en-US"/>
        </a:p>
      </dgm:t>
    </dgm:pt>
    <dgm:pt modelId="{B7C85ABA-F758-4886-90D3-C099F5D0383E}" type="sibTrans" cxnId="{BE3024C6-907B-44C8-827A-8AF3E83AB8DE}">
      <dgm:prSet/>
      <dgm:spPr/>
      <dgm:t>
        <a:bodyPr/>
        <a:lstStyle/>
        <a:p>
          <a:endParaRPr lang="en-US"/>
        </a:p>
      </dgm:t>
    </dgm:pt>
    <dgm:pt modelId="{A15EC1F5-306E-480D-B7A3-F3F6A728B65E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Development Tools</a:t>
          </a:r>
        </a:p>
      </dgm:t>
    </dgm:pt>
    <dgm:pt modelId="{0D0E7C52-43E8-44B4-B1B4-DA1050BE8F74}" type="parTrans" cxnId="{4118B0EA-D133-490C-AD5F-60CB31379250}">
      <dgm:prSet/>
      <dgm:spPr/>
      <dgm:t>
        <a:bodyPr/>
        <a:lstStyle/>
        <a:p>
          <a:endParaRPr lang="en-US"/>
        </a:p>
      </dgm:t>
    </dgm:pt>
    <dgm:pt modelId="{5E7FB485-88B1-419B-91A5-1542F0F4390B}" type="sibTrans" cxnId="{4118B0EA-D133-490C-AD5F-60CB31379250}">
      <dgm:prSet/>
      <dgm:spPr/>
      <dgm:t>
        <a:bodyPr/>
        <a:lstStyle/>
        <a:p>
          <a:endParaRPr lang="en-US"/>
        </a:p>
      </dgm:t>
    </dgm:pt>
    <dgm:pt modelId="{3D1A723A-2072-48E8-917B-02058DFDA84D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Aptos Display" panose="020F0302020204030204"/>
            </a:rPr>
            <a:t>IntelliJ IDEA, GitHub</a:t>
          </a:r>
          <a:endParaRPr lang="en-US" sz="2000" dirty="0"/>
        </a:p>
      </dgm:t>
    </dgm:pt>
    <dgm:pt modelId="{F7BB4166-CBC7-4A2A-AAEE-97D8170D475F}" type="parTrans" cxnId="{A0A0FFCB-CBB8-42AB-8D9B-DB9D8DC1ADB6}">
      <dgm:prSet/>
      <dgm:spPr/>
      <dgm:t>
        <a:bodyPr/>
        <a:lstStyle/>
        <a:p>
          <a:endParaRPr lang="en-US"/>
        </a:p>
      </dgm:t>
    </dgm:pt>
    <dgm:pt modelId="{5238B7C1-3116-4D11-9099-D27D7E1D9D83}" type="sibTrans" cxnId="{A0A0FFCB-CBB8-42AB-8D9B-DB9D8DC1ADB6}">
      <dgm:prSet/>
      <dgm:spPr/>
      <dgm:t>
        <a:bodyPr/>
        <a:lstStyle/>
        <a:p>
          <a:endParaRPr lang="en-US"/>
        </a:p>
      </dgm:t>
    </dgm:pt>
    <dgm:pt modelId="{A9CCC4E3-ECA4-4168-A535-88223068DCB5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Testing Frameworks</a:t>
          </a:r>
        </a:p>
      </dgm:t>
    </dgm:pt>
    <dgm:pt modelId="{AD3B664A-2276-4F06-84AC-E837C9E9F9B1}" type="parTrans" cxnId="{FAE1FC07-A214-4556-A186-E52952341A86}">
      <dgm:prSet/>
      <dgm:spPr/>
      <dgm:t>
        <a:bodyPr/>
        <a:lstStyle/>
        <a:p>
          <a:endParaRPr lang="en-US"/>
        </a:p>
      </dgm:t>
    </dgm:pt>
    <dgm:pt modelId="{461C4BA3-B799-4060-8EF3-803D73814839}" type="sibTrans" cxnId="{FAE1FC07-A214-4556-A186-E52952341A86}">
      <dgm:prSet/>
      <dgm:spPr/>
      <dgm:t>
        <a:bodyPr/>
        <a:lstStyle/>
        <a:p>
          <a:endParaRPr lang="en-US"/>
        </a:p>
      </dgm:t>
    </dgm:pt>
    <dgm:pt modelId="{A1EB1447-AE20-438A-BC4B-ACB2997DD514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Aptos Display" panose="020F0302020204030204"/>
            </a:rPr>
            <a:t>JUnit &amp; Mockito</a:t>
          </a:r>
          <a:endParaRPr lang="en-US" sz="2000" dirty="0"/>
        </a:p>
      </dgm:t>
    </dgm:pt>
    <dgm:pt modelId="{C2D665C2-C4B0-4562-B9A0-484D9DCFB365}" type="parTrans" cxnId="{B12E4066-8AB7-4A4B-8AE4-DDE94B950D49}">
      <dgm:prSet/>
      <dgm:spPr/>
      <dgm:t>
        <a:bodyPr/>
        <a:lstStyle/>
        <a:p>
          <a:endParaRPr lang="en-US"/>
        </a:p>
      </dgm:t>
    </dgm:pt>
    <dgm:pt modelId="{64256DEE-007E-4007-86BF-B085F2D47ED3}" type="sibTrans" cxnId="{B12E4066-8AB7-4A4B-8AE4-DDE94B950D49}">
      <dgm:prSet/>
      <dgm:spPr/>
      <dgm:t>
        <a:bodyPr/>
        <a:lstStyle/>
        <a:p>
          <a:endParaRPr lang="en-US"/>
        </a:p>
      </dgm:t>
    </dgm:pt>
    <dgm:pt modelId="{F24A660D-E5E7-4E74-9409-7B3FE26A026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>
              <a:latin typeface="Aptos Display" panose="020F0302020204030204"/>
            </a:rPr>
            <a:t>  </a:t>
          </a:r>
          <a:r>
            <a:rPr lang="en-US" sz="3200" b="1" dirty="0"/>
            <a:t>Additional Utilities</a:t>
          </a:r>
        </a:p>
      </dgm:t>
    </dgm:pt>
    <dgm:pt modelId="{19610E91-2CFB-4612-9E6B-7D448C226AC3}" type="parTrans" cxnId="{800FADF5-2DA4-4AFF-B92C-54569EBC322B}">
      <dgm:prSet/>
      <dgm:spPr/>
    </dgm:pt>
    <dgm:pt modelId="{BCF3E421-A33B-4E71-BDF6-30DA09D379E3}" type="sibTrans" cxnId="{800FADF5-2DA4-4AFF-B92C-54569EBC322B}">
      <dgm:prSet/>
      <dgm:spPr/>
      <dgm:t>
        <a:bodyPr/>
        <a:lstStyle/>
        <a:p>
          <a:endParaRPr lang="en-US"/>
        </a:p>
      </dgm:t>
    </dgm:pt>
    <dgm:pt modelId="{1BEBE58A-E02F-41A1-ACF2-35DF3A83AFE5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Aptos Display" panose="020F0302020204030204"/>
            </a:rPr>
            <a:t>CSV(</a:t>
          </a:r>
          <a:r>
            <a:rPr lang="en-US" sz="2000" dirty="0" err="1">
              <a:latin typeface="Aptos Display" panose="020F0302020204030204"/>
            </a:rPr>
            <a:t>OpenCSV</a:t>
          </a:r>
          <a:r>
            <a:rPr lang="en-US" sz="2000" dirty="0">
              <a:latin typeface="Aptos Display" panose="020F0302020204030204"/>
            </a:rPr>
            <a:t> library),</a:t>
          </a:r>
          <a:r>
            <a:rPr lang="en-US" sz="2400" dirty="0">
              <a:latin typeface="Aptos Display" panose="020F0302020204030204"/>
            </a:rPr>
            <a:t>Java Email API</a:t>
          </a:r>
          <a:br>
            <a:rPr lang="en-US" sz="2200" dirty="0"/>
          </a:br>
          <a:r>
            <a:rPr lang="en-US" sz="2200" dirty="0">
              <a:latin typeface="Aptos Display" panose="020F0302020204030204"/>
            </a:rPr>
            <a:t>    </a:t>
          </a:r>
          <a:endParaRPr lang="en-US" sz="2000" dirty="0">
            <a:latin typeface="Calibri"/>
            <a:ea typeface="Calibri"/>
            <a:cs typeface="Calibri"/>
          </a:endParaRPr>
        </a:p>
      </dgm:t>
    </dgm:pt>
    <dgm:pt modelId="{0CEBE431-852D-4314-B919-6B66FEC794C4}" type="parTrans" cxnId="{A2E0119C-1D49-4890-9FA4-179E85985823}">
      <dgm:prSet/>
      <dgm:spPr/>
    </dgm:pt>
    <dgm:pt modelId="{2ED3FBB8-5802-44EC-BA2C-D393C7E8DCA7}" type="sibTrans" cxnId="{A2E0119C-1D49-4890-9FA4-179E85985823}">
      <dgm:prSet/>
      <dgm:spPr/>
      <dgm:t>
        <a:bodyPr/>
        <a:lstStyle/>
        <a:p>
          <a:endParaRPr lang="en-US"/>
        </a:p>
      </dgm:t>
    </dgm:pt>
    <dgm:pt modelId="{701C51A9-3223-40C0-ACA2-7880CB7E11C1}" type="pres">
      <dgm:prSet presAssocID="{5D344BF5-01DA-4486-88BA-13539F7FF464}" presName="root" presStyleCnt="0">
        <dgm:presLayoutVars>
          <dgm:dir/>
          <dgm:resizeHandles val="exact"/>
        </dgm:presLayoutVars>
      </dgm:prSet>
      <dgm:spPr/>
    </dgm:pt>
    <dgm:pt modelId="{650F6C85-1557-4EA3-BA42-72A1674B73E8}" type="pres">
      <dgm:prSet presAssocID="{D03E6159-7C0A-47AA-9A35-C4FC3EAF07F4}" presName="compNode" presStyleCnt="0"/>
      <dgm:spPr/>
    </dgm:pt>
    <dgm:pt modelId="{0EF116AF-C4C4-41CA-BF1A-6FCB5DC8CBDE}" type="pres">
      <dgm:prSet presAssocID="{D03E6159-7C0A-47AA-9A35-C4FC3EAF07F4}" presName="bgRect" presStyleLbl="bgShp" presStyleIdx="0" presStyleCnt="4"/>
      <dgm:spPr/>
    </dgm:pt>
    <dgm:pt modelId="{71DD6419-881E-4405-AC6A-3AB4A9C53D8C}" type="pres">
      <dgm:prSet presAssocID="{D03E6159-7C0A-47AA-9A35-C4FC3EAF07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C49E5FD-A9F4-4EB4-9D74-D1B8407A402E}" type="pres">
      <dgm:prSet presAssocID="{D03E6159-7C0A-47AA-9A35-C4FC3EAF07F4}" presName="spaceRect" presStyleCnt="0"/>
      <dgm:spPr/>
    </dgm:pt>
    <dgm:pt modelId="{72AF5467-4684-41A4-A2CC-1545C23E2C60}" type="pres">
      <dgm:prSet presAssocID="{D03E6159-7C0A-47AA-9A35-C4FC3EAF07F4}" presName="parTx" presStyleLbl="revTx" presStyleIdx="0" presStyleCnt="8">
        <dgm:presLayoutVars>
          <dgm:chMax val="0"/>
          <dgm:chPref val="0"/>
        </dgm:presLayoutVars>
      </dgm:prSet>
      <dgm:spPr/>
    </dgm:pt>
    <dgm:pt modelId="{C5C4F0ED-09EC-4143-8FEC-4CCA1FFCD481}" type="pres">
      <dgm:prSet presAssocID="{D03E6159-7C0A-47AA-9A35-C4FC3EAF07F4}" presName="desTx" presStyleLbl="revTx" presStyleIdx="1" presStyleCnt="8">
        <dgm:presLayoutVars/>
      </dgm:prSet>
      <dgm:spPr/>
    </dgm:pt>
    <dgm:pt modelId="{716CBFE0-9DC8-4967-8951-289AB4CFBC62}" type="pres">
      <dgm:prSet presAssocID="{448A1CA4-B443-40A3-B3AD-4FA159C9FA3F}" presName="sibTrans" presStyleCnt="0"/>
      <dgm:spPr/>
    </dgm:pt>
    <dgm:pt modelId="{B338111E-5DCA-4A44-A26F-1346B890FBB6}" type="pres">
      <dgm:prSet presAssocID="{A15EC1F5-306E-480D-B7A3-F3F6A728B65E}" presName="compNode" presStyleCnt="0"/>
      <dgm:spPr/>
    </dgm:pt>
    <dgm:pt modelId="{F1D2A3CF-11EF-423A-BAA1-CD2695035F0B}" type="pres">
      <dgm:prSet presAssocID="{A15EC1F5-306E-480D-B7A3-F3F6A728B65E}" presName="bgRect" presStyleLbl="bgShp" presStyleIdx="1" presStyleCnt="4"/>
      <dgm:spPr/>
    </dgm:pt>
    <dgm:pt modelId="{B6095F1F-9019-4441-B19C-7A50F0724780}" type="pres">
      <dgm:prSet presAssocID="{A15EC1F5-306E-480D-B7A3-F3F6A728B65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F62309B-B92D-4A92-AD8B-7700187F8E87}" type="pres">
      <dgm:prSet presAssocID="{A15EC1F5-306E-480D-B7A3-F3F6A728B65E}" presName="spaceRect" presStyleCnt="0"/>
      <dgm:spPr/>
    </dgm:pt>
    <dgm:pt modelId="{431B6677-4E31-4F4E-8AE9-6320A658DBCD}" type="pres">
      <dgm:prSet presAssocID="{A15EC1F5-306E-480D-B7A3-F3F6A728B65E}" presName="parTx" presStyleLbl="revTx" presStyleIdx="2" presStyleCnt="8">
        <dgm:presLayoutVars>
          <dgm:chMax val="0"/>
          <dgm:chPref val="0"/>
        </dgm:presLayoutVars>
      </dgm:prSet>
      <dgm:spPr/>
    </dgm:pt>
    <dgm:pt modelId="{C53E987B-D0F2-4DAE-9401-95FF557E640C}" type="pres">
      <dgm:prSet presAssocID="{A15EC1F5-306E-480D-B7A3-F3F6A728B65E}" presName="desTx" presStyleLbl="revTx" presStyleIdx="3" presStyleCnt="8">
        <dgm:presLayoutVars/>
      </dgm:prSet>
      <dgm:spPr/>
    </dgm:pt>
    <dgm:pt modelId="{74602B03-E08D-46FF-8C46-3287C8EDD1EA}" type="pres">
      <dgm:prSet presAssocID="{5E7FB485-88B1-419B-91A5-1542F0F4390B}" presName="sibTrans" presStyleCnt="0"/>
      <dgm:spPr/>
    </dgm:pt>
    <dgm:pt modelId="{5395D51F-26E7-41D2-A218-9AA918570D0E}" type="pres">
      <dgm:prSet presAssocID="{A9CCC4E3-ECA4-4168-A535-88223068DCB5}" presName="compNode" presStyleCnt="0"/>
      <dgm:spPr/>
    </dgm:pt>
    <dgm:pt modelId="{25648A1B-830A-4AD8-9B4C-58709DA249A1}" type="pres">
      <dgm:prSet presAssocID="{A9CCC4E3-ECA4-4168-A535-88223068DCB5}" presName="bgRect" presStyleLbl="bgShp" presStyleIdx="2" presStyleCnt="4"/>
      <dgm:spPr/>
    </dgm:pt>
    <dgm:pt modelId="{CCEED332-3AAD-42D0-8404-9C6502223DF0}" type="pres">
      <dgm:prSet presAssocID="{A9CCC4E3-ECA4-4168-A535-88223068DCB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891E6CE-1E67-430F-88C6-83633AEF3227}" type="pres">
      <dgm:prSet presAssocID="{A9CCC4E3-ECA4-4168-A535-88223068DCB5}" presName="spaceRect" presStyleCnt="0"/>
      <dgm:spPr/>
    </dgm:pt>
    <dgm:pt modelId="{2B129177-38D9-424D-BFFA-D56840E81B6E}" type="pres">
      <dgm:prSet presAssocID="{A9CCC4E3-ECA4-4168-A535-88223068DCB5}" presName="parTx" presStyleLbl="revTx" presStyleIdx="4" presStyleCnt="8">
        <dgm:presLayoutVars>
          <dgm:chMax val="0"/>
          <dgm:chPref val="0"/>
        </dgm:presLayoutVars>
      </dgm:prSet>
      <dgm:spPr/>
    </dgm:pt>
    <dgm:pt modelId="{BCE388B1-D045-441F-98B4-0E0A45E2E155}" type="pres">
      <dgm:prSet presAssocID="{A9CCC4E3-ECA4-4168-A535-88223068DCB5}" presName="desTx" presStyleLbl="revTx" presStyleIdx="5" presStyleCnt="8">
        <dgm:presLayoutVars/>
      </dgm:prSet>
      <dgm:spPr/>
    </dgm:pt>
    <dgm:pt modelId="{DD32F9E6-017A-435A-B91D-86F21516497A}" type="pres">
      <dgm:prSet presAssocID="{461C4BA3-B799-4060-8EF3-803D73814839}" presName="sibTrans" presStyleCnt="0"/>
      <dgm:spPr/>
    </dgm:pt>
    <dgm:pt modelId="{E43F5B35-A6A6-452B-9B17-871DBFF5B6DA}" type="pres">
      <dgm:prSet presAssocID="{F24A660D-E5E7-4E74-9409-7B3FE26A026E}" presName="compNode" presStyleCnt="0"/>
      <dgm:spPr/>
    </dgm:pt>
    <dgm:pt modelId="{D8486D3B-EEFB-4DE8-9D54-40C2F5B8910F}" type="pres">
      <dgm:prSet presAssocID="{F24A660D-E5E7-4E74-9409-7B3FE26A026E}" presName="bgRect" presStyleLbl="bgShp" presStyleIdx="3" presStyleCnt="4"/>
      <dgm:spPr/>
    </dgm:pt>
    <dgm:pt modelId="{B432BDD8-89F3-4318-929F-F119C31A6530}" type="pres">
      <dgm:prSet presAssocID="{F24A660D-E5E7-4E74-9409-7B3FE26A026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C1BBB4A-FBBE-4F3E-936A-285365307633}" type="pres">
      <dgm:prSet presAssocID="{F24A660D-E5E7-4E74-9409-7B3FE26A026E}" presName="spaceRect" presStyleCnt="0"/>
      <dgm:spPr/>
    </dgm:pt>
    <dgm:pt modelId="{731BBD8E-4413-478A-BB48-9376B9FEC893}" type="pres">
      <dgm:prSet presAssocID="{F24A660D-E5E7-4E74-9409-7B3FE26A026E}" presName="parTx" presStyleLbl="revTx" presStyleIdx="6" presStyleCnt="8">
        <dgm:presLayoutVars>
          <dgm:chMax val="0"/>
          <dgm:chPref val="0"/>
        </dgm:presLayoutVars>
      </dgm:prSet>
      <dgm:spPr/>
    </dgm:pt>
    <dgm:pt modelId="{41DB5563-86C8-41EB-9D31-E493C67BAD9E}" type="pres">
      <dgm:prSet presAssocID="{F24A660D-E5E7-4E74-9409-7B3FE26A026E}" presName="desTx" presStyleLbl="revTx" presStyleIdx="7" presStyleCnt="8">
        <dgm:presLayoutVars/>
      </dgm:prSet>
      <dgm:spPr/>
    </dgm:pt>
  </dgm:ptLst>
  <dgm:cxnLst>
    <dgm:cxn modelId="{4E7D9F01-8CF5-4872-B469-7D47F02DB7BE}" type="presOf" srcId="{3D1A723A-2072-48E8-917B-02058DFDA84D}" destId="{C53E987B-D0F2-4DAE-9401-95FF557E640C}" srcOrd="0" destOrd="0" presId="urn:microsoft.com/office/officeart/2018/2/layout/IconVerticalSolidList"/>
    <dgm:cxn modelId="{C74A4606-C180-4E45-BA69-0D353CFA3A53}" type="presOf" srcId="{A15EC1F5-306E-480D-B7A3-F3F6A728B65E}" destId="{431B6677-4E31-4F4E-8AE9-6320A658DBCD}" srcOrd="0" destOrd="0" presId="urn:microsoft.com/office/officeart/2018/2/layout/IconVerticalSolidList"/>
    <dgm:cxn modelId="{FAE1FC07-A214-4556-A186-E52952341A86}" srcId="{5D344BF5-01DA-4486-88BA-13539F7FF464}" destId="{A9CCC4E3-ECA4-4168-A535-88223068DCB5}" srcOrd="2" destOrd="0" parTransId="{AD3B664A-2276-4F06-84AC-E837C9E9F9B1}" sibTransId="{461C4BA3-B799-4060-8EF3-803D73814839}"/>
    <dgm:cxn modelId="{94EABD1F-1FA5-4B19-8421-27E538EE893D}" type="presOf" srcId="{A1EB1447-AE20-438A-BC4B-ACB2997DD514}" destId="{BCE388B1-D045-441F-98B4-0E0A45E2E155}" srcOrd="0" destOrd="0" presId="urn:microsoft.com/office/officeart/2018/2/layout/IconVerticalSolidList"/>
    <dgm:cxn modelId="{BFE6E81F-470A-4960-B728-16C9D4F8F596}" type="presOf" srcId="{5D344BF5-01DA-4486-88BA-13539F7FF464}" destId="{701C51A9-3223-40C0-ACA2-7880CB7E11C1}" srcOrd="0" destOrd="0" presId="urn:microsoft.com/office/officeart/2018/2/layout/IconVerticalSolidList"/>
    <dgm:cxn modelId="{B12E4066-8AB7-4A4B-8AE4-DDE94B950D49}" srcId="{A9CCC4E3-ECA4-4168-A535-88223068DCB5}" destId="{A1EB1447-AE20-438A-BC4B-ACB2997DD514}" srcOrd="0" destOrd="0" parTransId="{C2D665C2-C4B0-4562-B9A0-484D9DCFB365}" sibTransId="{64256DEE-007E-4007-86BF-B085F2D47ED3}"/>
    <dgm:cxn modelId="{21EF0F6F-9483-4AE5-8AA7-60F8CC75B25B}" type="presOf" srcId="{D03E6159-7C0A-47AA-9A35-C4FC3EAF07F4}" destId="{72AF5467-4684-41A4-A2CC-1545C23E2C60}" srcOrd="0" destOrd="0" presId="urn:microsoft.com/office/officeart/2018/2/layout/IconVerticalSolidList"/>
    <dgm:cxn modelId="{39C90B94-EC49-4356-A672-725F9F51CE41}" type="presOf" srcId="{A9CCC4E3-ECA4-4168-A535-88223068DCB5}" destId="{2B129177-38D9-424D-BFFA-D56840E81B6E}" srcOrd="0" destOrd="0" presId="urn:microsoft.com/office/officeart/2018/2/layout/IconVerticalSolidList"/>
    <dgm:cxn modelId="{4C061B9A-1227-4530-A147-02762543C22D}" srcId="{5D344BF5-01DA-4486-88BA-13539F7FF464}" destId="{D03E6159-7C0A-47AA-9A35-C4FC3EAF07F4}" srcOrd="0" destOrd="0" parTransId="{EE535363-08E6-4A9B-8B65-9D86B91AC3AF}" sibTransId="{448A1CA4-B443-40A3-B3AD-4FA159C9FA3F}"/>
    <dgm:cxn modelId="{A2E0119C-1D49-4890-9FA4-179E85985823}" srcId="{F24A660D-E5E7-4E74-9409-7B3FE26A026E}" destId="{1BEBE58A-E02F-41A1-ACF2-35DF3A83AFE5}" srcOrd="0" destOrd="0" parTransId="{0CEBE431-852D-4314-B919-6B66FEC794C4}" sibTransId="{2ED3FBB8-5802-44EC-BA2C-D393C7E8DCA7}"/>
    <dgm:cxn modelId="{BE3024C6-907B-44C8-827A-8AF3E83AB8DE}" srcId="{D03E6159-7C0A-47AA-9A35-C4FC3EAF07F4}" destId="{FB1EE2C4-2D60-45D0-9727-BD9C63F91313}" srcOrd="0" destOrd="0" parTransId="{D1BCCCE3-5B2E-48EE-A803-A83500E2BF68}" sibTransId="{B7C85ABA-F758-4886-90D3-C099F5D0383E}"/>
    <dgm:cxn modelId="{A0A0FFCB-CBB8-42AB-8D9B-DB9D8DC1ADB6}" srcId="{A15EC1F5-306E-480D-B7A3-F3F6A728B65E}" destId="{3D1A723A-2072-48E8-917B-02058DFDA84D}" srcOrd="0" destOrd="0" parTransId="{F7BB4166-CBC7-4A2A-AAEE-97D8170D475F}" sibTransId="{5238B7C1-3116-4D11-9099-D27D7E1D9D83}"/>
    <dgm:cxn modelId="{78FB79CD-0E3C-47D9-9E62-3EB6148F8F52}" type="presOf" srcId="{F24A660D-E5E7-4E74-9409-7B3FE26A026E}" destId="{731BBD8E-4413-478A-BB48-9376B9FEC893}" srcOrd="0" destOrd="0" presId="urn:microsoft.com/office/officeart/2018/2/layout/IconVerticalSolidList"/>
    <dgm:cxn modelId="{ED00BDCD-CAD8-4AEB-81E2-903294A9169D}" type="presOf" srcId="{FB1EE2C4-2D60-45D0-9727-BD9C63F91313}" destId="{C5C4F0ED-09EC-4143-8FEC-4CCA1FFCD481}" srcOrd="0" destOrd="0" presId="urn:microsoft.com/office/officeart/2018/2/layout/IconVerticalSolidList"/>
    <dgm:cxn modelId="{07DA94E1-D3F5-4CA7-8D90-6140CB5B7D44}" type="presOf" srcId="{1BEBE58A-E02F-41A1-ACF2-35DF3A83AFE5}" destId="{41DB5563-86C8-41EB-9D31-E493C67BAD9E}" srcOrd="0" destOrd="0" presId="urn:microsoft.com/office/officeart/2018/2/layout/IconVerticalSolidList"/>
    <dgm:cxn modelId="{4118B0EA-D133-490C-AD5F-60CB31379250}" srcId="{5D344BF5-01DA-4486-88BA-13539F7FF464}" destId="{A15EC1F5-306E-480D-B7A3-F3F6A728B65E}" srcOrd="1" destOrd="0" parTransId="{0D0E7C52-43E8-44B4-B1B4-DA1050BE8F74}" sibTransId="{5E7FB485-88B1-419B-91A5-1542F0F4390B}"/>
    <dgm:cxn modelId="{800FADF5-2DA4-4AFF-B92C-54569EBC322B}" srcId="{5D344BF5-01DA-4486-88BA-13539F7FF464}" destId="{F24A660D-E5E7-4E74-9409-7B3FE26A026E}" srcOrd="3" destOrd="0" parTransId="{19610E91-2CFB-4612-9E6B-7D448C226AC3}" sibTransId="{BCF3E421-A33B-4E71-BDF6-30DA09D379E3}"/>
    <dgm:cxn modelId="{855E8072-AC50-4098-ADC9-E4DD75669769}" type="presParOf" srcId="{701C51A9-3223-40C0-ACA2-7880CB7E11C1}" destId="{650F6C85-1557-4EA3-BA42-72A1674B73E8}" srcOrd="0" destOrd="0" presId="urn:microsoft.com/office/officeart/2018/2/layout/IconVerticalSolidList"/>
    <dgm:cxn modelId="{4015DC39-A430-4195-8C36-DD2F7E0A88E5}" type="presParOf" srcId="{650F6C85-1557-4EA3-BA42-72A1674B73E8}" destId="{0EF116AF-C4C4-41CA-BF1A-6FCB5DC8CBDE}" srcOrd="0" destOrd="0" presId="urn:microsoft.com/office/officeart/2018/2/layout/IconVerticalSolidList"/>
    <dgm:cxn modelId="{C1A41B5A-F39F-4268-A29E-995FD262A577}" type="presParOf" srcId="{650F6C85-1557-4EA3-BA42-72A1674B73E8}" destId="{71DD6419-881E-4405-AC6A-3AB4A9C53D8C}" srcOrd="1" destOrd="0" presId="urn:microsoft.com/office/officeart/2018/2/layout/IconVerticalSolidList"/>
    <dgm:cxn modelId="{3236106E-6230-4E82-8FFE-51FA263DF78C}" type="presParOf" srcId="{650F6C85-1557-4EA3-BA42-72A1674B73E8}" destId="{DC49E5FD-A9F4-4EB4-9D74-D1B8407A402E}" srcOrd="2" destOrd="0" presId="urn:microsoft.com/office/officeart/2018/2/layout/IconVerticalSolidList"/>
    <dgm:cxn modelId="{24CE2D37-5CC2-4C21-8B7F-0A80C076D175}" type="presParOf" srcId="{650F6C85-1557-4EA3-BA42-72A1674B73E8}" destId="{72AF5467-4684-41A4-A2CC-1545C23E2C60}" srcOrd="3" destOrd="0" presId="urn:microsoft.com/office/officeart/2018/2/layout/IconVerticalSolidList"/>
    <dgm:cxn modelId="{DA0B3B9D-1391-4CA9-9CCF-066BB781D5BC}" type="presParOf" srcId="{650F6C85-1557-4EA3-BA42-72A1674B73E8}" destId="{C5C4F0ED-09EC-4143-8FEC-4CCA1FFCD481}" srcOrd="4" destOrd="0" presId="urn:microsoft.com/office/officeart/2018/2/layout/IconVerticalSolidList"/>
    <dgm:cxn modelId="{B6EAE00A-F5C6-4935-A62A-8DF5EB8888C9}" type="presParOf" srcId="{701C51A9-3223-40C0-ACA2-7880CB7E11C1}" destId="{716CBFE0-9DC8-4967-8951-289AB4CFBC62}" srcOrd="1" destOrd="0" presId="urn:microsoft.com/office/officeart/2018/2/layout/IconVerticalSolidList"/>
    <dgm:cxn modelId="{67633736-E620-4662-BE9F-50092D55E07B}" type="presParOf" srcId="{701C51A9-3223-40C0-ACA2-7880CB7E11C1}" destId="{B338111E-5DCA-4A44-A26F-1346B890FBB6}" srcOrd="2" destOrd="0" presId="urn:microsoft.com/office/officeart/2018/2/layout/IconVerticalSolidList"/>
    <dgm:cxn modelId="{D0CCDD0D-D668-4EE0-9CCC-56B2B3FC7CE3}" type="presParOf" srcId="{B338111E-5DCA-4A44-A26F-1346B890FBB6}" destId="{F1D2A3CF-11EF-423A-BAA1-CD2695035F0B}" srcOrd="0" destOrd="0" presId="urn:microsoft.com/office/officeart/2018/2/layout/IconVerticalSolidList"/>
    <dgm:cxn modelId="{268B8D3B-C8D5-4CDE-A851-1C2D8CA8CE75}" type="presParOf" srcId="{B338111E-5DCA-4A44-A26F-1346B890FBB6}" destId="{B6095F1F-9019-4441-B19C-7A50F0724780}" srcOrd="1" destOrd="0" presId="urn:microsoft.com/office/officeart/2018/2/layout/IconVerticalSolidList"/>
    <dgm:cxn modelId="{FCB50B68-BD24-4160-82E4-32108D1880E6}" type="presParOf" srcId="{B338111E-5DCA-4A44-A26F-1346B890FBB6}" destId="{0F62309B-B92D-4A92-AD8B-7700187F8E87}" srcOrd="2" destOrd="0" presId="urn:microsoft.com/office/officeart/2018/2/layout/IconVerticalSolidList"/>
    <dgm:cxn modelId="{8ACD1354-F2E0-4FA1-A5EE-F1A9426842D4}" type="presParOf" srcId="{B338111E-5DCA-4A44-A26F-1346B890FBB6}" destId="{431B6677-4E31-4F4E-8AE9-6320A658DBCD}" srcOrd="3" destOrd="0" presId="urn:microsoft.com/office/officeart/2018/2/layout/IconVerticalSolidList"/>
    <dgm:cxn modelId="{0EA9225A-CE6E-4834-B4F2-174F17B512F3}" type="presParOf" srcId="{B338111E-5DCA-4A44-A26F-1346B890FBB6}" destId="{C53E987B-D0F2-4DAE-9401-95FF557E640C}" srcOrd="4" destOrd="0" presId="urn:microsoft.com/office/officeart/2018/2/layout/IconVerticalSolidList"/>
    <dgm:cxn modelId="{FDCCB820-11E4-4B45-9ABD-426E9C6C4711}" type="presParOf" srcId="{701C51A9-3223-40C0-ACA2-7880CB7E11C1}" destId="{74602B03-E08D-46FF-8C46-3287C8EDD1EA}" srcOrd="3" destOrd="0" presId="urn:microsoft.com/office/officeart/2018/2/layout/IconVerticalSolidList"/>
    <dgm:cxn modelId="{974FC908-CD88-4C2A-8E3E-13C604C8967E}" type="presParOf" srcId="{701C51A9-3223-40C0-ACA2-7880CB7E11C1}" destId="{5395D51F-26E7-41D2-A218-9AA918570D0E}" srcOrd="4" destOrd="0" presId="urn:microsoft.com/office/officeart/2018/2/layout/IconVerticalSolidList"/>
    <dgm:cxn modelId="{AD544D55-4E68-4AC0-BCD3-26818C56193D}" type="presParOf" srcId="{5395D51F-26E7-41D2-A218-9AA918570D0E}" destId="{25648A1B-830A-4AD8-9B4C-58709DA249A1}" srcOrd="0" destOrd="0" presId="urn:microsoft.com/office/officeart/2018/2/layout/IconVerticalSolidList"/>
    <dgm:cxn modelId="{533EF2B0-02E5-4AE3-A245-FDD3661516DC}" type="presParOf" srcId="{5395D51F-26E7-41D2-A218-9AA918570D0E}" destId="{CCEED332-3AAD-42D0-8404-9C6502223DF0}" srcOrd="1" destOrd="0" presId="urn:microsoft.com/office/officeart/2018/2/layout/IconVerticalSolidList"/>
    <dgm:cxn modelId="{7E0F5565-2699-40F8-96E6-836C4A2EAC62}" type="presParOf" srcId="{5395D51F-26E7-41D2-A218-9AA918570D0E}" destId="{A891E6CE-1E67-430F-88C6-83633AEF3227}" srcOrd="2" destOrd="0" presId="urn:microsoft.com/office/officeart/2018/2/layout/IconVerticalSolidList"/>
    <dgm:cxn modelId="{0ECDDCE1-03FA-4D03-B6F3-62700F7DB0F1}" type="presParOf" srcId="{5395D51F-26E7-41D2-A218-9AA918570D0E}" destId="{2B129177-38D9-424D-BFFA-D56840E81B6E}" srcOrd="3" destOrd="0" presId="urn:microsoft.com/office/officeart/2018/2/layout/IconVerticalSolidList"/>
    <dgm:cxn modelId="{874142CE-27CC-4F9D-A652-42B459D9AE0D}" type="presParOf" srcId="{5395D51F-26E7-41D2-A218-9AA918570D0E}" destId="{BCE388B1-D045-441F-98B4-0E0A45E2E155}" srcOrd="4" destOrd="0" presId="urn:microsoft.com/office/officeart/2018/2/layout/IconVerticalSolidList"/>
    <dgm:cxn modelId="{F7472AE1-AEFD-44DA-A64F-57CC8283744D}" type="presParOf" srcId="{701C51A9-3223-40C0-ACA2-7880CB7E11C1}" destId="{DD32F9E6-017A-435A-B91D-86F21516497A}" srcOrd="5" destOrd="0" presId="urn:microsoft.com/office/officeart/2018/2/layout/IconVerticalSolidList"/>
    <dgm:cxn modelId="{94336AA7-0E5B-4FC6-B6C0-C966784B6656}" type="presParOf" srcId="{701C51A9-3223-40C0-ACA2-7880CB7E11C1}" destId="{E43F5B35-A6A6-452B-9B17-871DBFF5B6DA}" srcOrd="6" destOrd="0" presId="urn:microsoft.com/office/officeart/2018/2/layout/IconVerticalSolidList"/>
    <dgm:cxn modelId="{253C8C42-C4A4-4FCC-B237-7FDF706C0D23}" type="presParOf" srcId="{E43F5B35-A6A6-452B-9B17-871DBFF5B6DA}" destId="{D8486D3B-EEFB-4DE8-9D54-40C2F5B8910F}" srcOrd="0" destOrd="0" presId="urn:microsoft.com/office/officeart/2018/2/layout/IconVerticalSolidList"/>
    <dgm:cxn modelId="{85BD3CAF-7CA0-4046-9C83-461D1420E6C7}" type="presParOf" srcId="{E43F5B35-A6A6-452B-9B17-871DBFF5B6DA}" destId="{B432BDD8-89F3-4318-929F-F119C31A6530}" srcOrd="1" destOrd="0" presId="urn:microsoft.com/office/officeart/2018/2/layout/IconVerticalSolidList"/>
    <dgm:cxn modelId="{94A6D4FA-5737-497C-8D78-4905F0BFF7FF}" type="presParOf" srcId="{E43F5B35-A6A6-452B-9B17-871DBFF5B6DA}" destId="{3C1BBB4A-FBBE-4F3E-936A-285365307633}" srcOrd="2" destOrd="0" presId="urn:microsoft.com/office/officeart/2018/2/layout/IconVerticalSolidList"/>
    <dgm:cxn modelId="{46336AFE-FF5B-48B6-9E97-AAD64DE9EEDC}" type="presParOf" srcId="{E43F5B35-A6A6-452B-9B17-871DBFF5B6DA}" destId="{731BBD8E-4413-478A-BB48-9376B9FEC893}" srcOrd="3" destOrd="0" presId="urn:microsoft.com/office/officeart/2018/2/layout/IconVerticalSolidList"/>
    <dgm:cxn modelId="{0768C8FE-3384-4AB6-ABD7-5128F16C62A3}" type="presParOf" srcId="{E43F5B35-A6A6-452B-9B17-871DBFF5B6DA}" destId="{41DB5563-86C8-41EB-9D31-E493C67BAD9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8A61FB-CF82-465C-BCCA-F1DD2B1CB8B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92795D4-799A-418B-87C5-21135E11FF5A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>
              <a:latin typeface="Calibri"/>
              <a:ea typeface="Calibri"/>
              <a:cs typeface="Calibri"/>
            </a:rPr>
            <a:t>Task Manager</a:t>
          </a:r>
          <a:endParaRPr lang="en-US" sz="3200" b="1" dirty="0"/>
        </a:p>
      </dgm:t>
    </dgm:pt>
    <dgm:pt modelId="{A3952C5A-04AA-48AE-A183-0DB8640A2559}" type="parTrans" cxnId="{B1389670-4661-43F0-BD76-347A87C13E42}">
      <dgm:prSet/>
      <dgm:spPr/>
      <dgm:t>
        <a:bodyPr/>
        <a:lstStyle/>
        <a:p>
          <a:endParaRPr lang="en-US"/>
        </a:p>
      </dgm:t>
    </dgm:pt>
    <dgm:pt modelId="{41E77E11-ADD1-4173-BA25-5407AC32B3FB}" type="sibTrans" cxnId="{B1389670-4661-43F0-BD76-347A87C13E42}">
      <dgm:prSet/>
      <dgm:spPr/>
      <dgm:t>
        <a:bodyPr/>
        <a:lstStyle/>
        <a:p>
          <a:endParaRPr lang="en-US"/>
        </a:p>
      </dgm:t>
    </dgm:pt>
    <dgm:pt modelId="{007FFAE6-9FD6-4D1E-B5FE-0BDD671D9882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Create, update, delete, and categorize tasks.</a:t>
          </a:r>
        </a:p>
      </dgm:t>
    </dgm:pt>
    <dgm:pt modelId="{DBAC2D5D-CA55-43EF-9F43-811764D94CB7}" type="parTrans" cxnId="{639AD745-C50B-4E3B-8B43-17A783481D65}">
      <dgm:prSet/>
      <dgm:spPr/>
      <dgm:t>
        <a:bodyPr/>
        <a:lstStyle/>
        <a:p>
          <a:endParaRPr lang="en-US"/>
        </a:p>
      </dgm:t>
    </dgm:pt>
    <dgm:pt modelId="{A07AF3C9-7949-4901-8790-BC6B4404F7B8}" type="sibTrans" cxnId="{639AD745-C50B-4E3B-8B43-17A783481D65}">
      <dgm:prSet/>
      <dgm:spPr/>
      <dgm:t>
        <a:bodyPr/>
        <a:lstStyle/>
        <a:p>
          <a:endParaRPr lang="en-US"/>
        </a:p>
      </dgm:t>
    </dgm:pt>
    <dgm:pt modelId="{02F6BF6C-462A-4A10-9149-FB81875B87A9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Auth &amp; OTP</a:t>
          </a:r>
        </a:p>
      </dgm:t>
    </dgm:pt>
    <dgm:pt modelId="{AA1353EC-CD54-427E-85B2-31965DDFEB09}" type="parTrans" cxnId="{8F650F89-DCE7-4020-9C7E-7250372830D7}">
      <dgm:prSet/>
      <dgm:spPr/>
      <dgm:t>
        <a:bodyPr/>
        <a:lstStyle/>
        <a:p>
          <a:endParaRPr lang="en-US"/>
        </a:p>
      </dgm:t>
    </dgm:pt>
    <dgm:pt modelId="{8EB63C16-BEDD-4E34-840B-4F643CF8A552}" type="sibTrans" cxnId="{8F650F89-DCE7-4020-9C7E-7250372830D7}">
      <dgm:prSet/>
      <dgm:spPr/>
      <dgm:t>
        <a:bodyPr/>
        <a:lstStyle/>
        <a:p>
          <a:endParaRPr lang="en-US"/>
        </a:p>
      </dgm:t>
    </dgm:pt>
    <dgm:pt modelId="{06013293-6DCF-4152-ADD4-3637E0C2B617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Secure login with email-based One-Time Passwords for verification.</a:t>
          </a:r>
        </a:p>
      </dgm:t>
    </dgm:pt>
    <dgm:pt modelId="{BF1F5BF1-30DA-4699-900C-1B3356D15110}" type="parTrans" cxnId="{A4EBAAFF-E70F-49BC-BAC4-E54DC6FA9A2C}">
      <dgm:prSet/>
      <dgm:spPr/>
      <dgm:t>
        <a:bodyPr/>
        <a:lstStyle/>
        <a:p>
          <a:endParaRPr lang="en-US"/>
        </a:p>
      </dgm:t>
    </dgm:pt>
    <dgm:pt modelId="{243418DA-9D49-42FE-B734-86B9982B741B}" type="sibTrans" cxnId="{A4EBAAFF-E70F-49BC-BAC4-E54DC6FA9A2C}">
      <dgm:prSet/>
      <dgm:spPr/>
      <dgm:t>
        <a:bodyPr/>
        <a:lstStyle/>
        <a:p>
          <a:endParaRPr lang="en-US"/>
        </a:p>
      </dgm:t>
    </dgm:pt>
    <dgm:pt modelId="{F4365A8F-E681-4094-8361-E5FE10DA8FD9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Export Module</a:t>
          </a:r>
        </a:p>
      </dgm:t>
    </dgm:pt>
    <dgm:pt modelId="{4223A08F-9DEF-44B9-9271-45A6A94C397B}" type="parTrans" cxnId="{49473F7E-B373-4B71-8904-04C0D0622F37}">
      <dgm:prSet/>
      <dgm:spPr/>
      <dgm:t>
        <a:bodyPr/>
        <a:lstStyle/>
        <a:p>
          <a:endParaRPr lang="en-US"/>
        </a:p>
      </dgm:t>
    </dgm:pt>
    <dgm:pt modelId="{8088F6B2-613E-456E-A156-69ABCB6EFF2A}" type="sibTrans" cxnId="{49473F7E-B373-4B71-8904-04C0D0622F37}">
      <dgm:prSet/>
      <dgm:spPr/>
      <dgm:t>
        <a:bodyPr/>
        <a:lstStyle/>
        <a:p>
          <a:endParaRPr lang="en-US"/>
        </a:p>
      </dgm:t>
    </dgm:pt>
    <dgm:pt modelId="{9D4B68AA-77BA-421F-A4F8-03394D49B6B8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Generate and download CSV files of task history.</a:t>
          </a:r>
        </a:p>
      </dgm:t>
    </dgm:pt>
    <dgm:pt modelId="{48096C2C-A865-4324-B7BD-161C5F29EABA}" type="parTrans" cxnId="{A682B0EF-29DA-4C64-9640-271FBB04C715}">
      <dgm:prSet/>
      <dgm:spPr/>
      <dgm:t>
        <a:bodyPr/>
        <a:lstStyle/>
        <a:p>
          <a:endParaRPr lang="en-US"/>
        </a:p>
      </dgm:t>
    </dgm:pt>
    <dgm:pt modelId="{4D3D7FCF-200E-46E9-A668-D749A3DA1D72}" type="sibTrans" cxnId="{A682B0EF-29DA-4C64-9640-271FBB04C715}">
      <dgm:prSet/>
      <dgm:spPr/>
      <dgm:t>
        <a:bodyPr/>
        <a:lstStyle/>
        <a:p>
          <a:endParaRPr lang="en-US"/>
        </a:p>
      </dgm:t>
    </dgm:pt>
    <dgm:pt modelId="{7B5B7743-75C6-4032-B989-64AB8BC3734E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Customize personal settings and notification preferences.</a:t>
          </a:r>
        </a:p>
      </dgm:t>
    </dgm:pt>
    <dgm:pt modelId="{D8FEBFFC-3D32-40A2-8D8C-317DFB88E0C3}" type="parTrans" cxnId="{58034E6D-FE9B-4518-ABCA-B28206F0E511}">
      <dgm:prSet/>
      <dgm:spPr/>
    </dgm:pt>
    <dgm:pt modelId="{5EA83918-96B2-4A6B-A626-676D25C7184F}" type="sibTrans" cxnId="{58034E6D-FE9B-4518-ABCA-B28206F0E511}">
      <dgm:prSet/>
      <dgm:spPr/>
    </dgm:pt>
    <dgm:pt modelId="{478390C2-A13C-41F6-A491-FEC764960D1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User Profile</a:t>
          </a:r>
        </a:p>
      </dgm:t>
    </dgm:pt>
    <dgm:pt modelId="{E6E6C07F-0C70-4505-9E5B-902F9E9DB779}" type="parTrans" cxnId="{79699B9A-5CF1-47A0-8201-3883FA96900C}">
      <dgm:prSet/>
      <dgm:spPr/>
    </dgm:pt>
    <dgm:pt modelId="{8D5712C6-26F9-44A7-8DF0-151C47338656}" type="sibTrans" cxnId="{79699B9A-5CF1-47A0-8201-3883FA96900C}">
      <dgm:prSet/>
      <dgm:spPr/>
    </dgm:pt>
    <dgm:pt modelId="{2975E6D9-7DA1-4120-9CE2-F0E1314E7B2B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Background service for automated push/email alerts.</a:t>
          </a:r>
        </a:p>
      </dgm:t>
    </dgm:pt>
    <dgm:pt modelId="{42FA3C0B-3956-4271-9CB9-396C47A9BEA8}" type="parTrans" cxnId="{0BC24877-A594-4302-B254-FAACA0AC0D8A}">
      <dgm:prSet/>
      <dgm:spPr/>
    </dgm:pt>
    <dgm:pt modelId="{C743EE48-472B-4E72-96BD-48ECB2A31707}" type="sibTrans" cxnId="{0BC24877-A594-4302-B254-FAACA0AC0D8A}">
      <dgm:prSet/>
      <dgm:spPr/>
    </dgm:pt>
    <dgm:pt modelId="{6D8709F8-5ED5-4043-A22F-5CBA29BACB3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3200" b="1" dirty="0"/>
            <a:t>Reminder Engine</a:t>
          </a:r>
        </a:p>
      </dgm:t>
    </dgm:pt>
    <dgm:pt modelId="{6C5991DB-D356-4B6F-974B-1F72E90FE729}" type="parTrans" cxnId="{E9E72024-0F9C-49B5-BE6B-0ED0052F344C}">
      <dgm:prSet/>
      <dgm:spPr/>
    </dgm:pt>
    <dgm:pt modelId="{7D097AB8-3F74-4074-81A4-9914B8E97356}" type="sibTrans" cxnId="{E9E72024-0F9C-49B5-BE6B-0ED0052F344C}">
      <dgm:prSet/>
      <dgm:spPr/>
    </dgm:pt>
    <dgm:pt modelId="{858296BD-C382-4C0A-B25E-59B4EEDBB66F}" type="pres">
      <dgm:prSet presAssocID="{948A61FB-CF82-465C-BCCA-F1DD2B1CB8B4}" presName="root" presStyleCnt="0">
        <dgm:presLayoutVars>
          <dgm:dir/>
          <dgm:resizeHandles val="exact"/>
        </dgm:presLayoutVars>
      </dgm:prSet>
      <dgm:spPr/>
    </dgm:pt>
    <dgm:pt modelId="{AB627554-1C28-49F2-AA84-6DA4FBFF247D}" type="pres">
      <dgm:prSet presAssocID="{192795D4-799A-418B-87C5-21135E11FF5A}" presName="compNode" presStyleCnt="0"/>
      <dgm:spPr/>
    </dgm:pt>
    <dgm:pt modelId="{DA7A6891-F8DE-487A-B9FC-80E9DE8475D6}" type="pres">
      <dgm:prSet presAssocID="{192795D4-799A-418B-87C5-21135E11FF5A}" presName="bgRect" presStyleLbl="bgShp" presStyleIdx="0" presStyleCnt="5"/>
      <dgm:spPr/>
    </dgm:pt>
    <dgm:pt modelId="{76B3A6D8-6401-469F-91E7-0E478A1A7EE2}" type="pres">
      <dgm:prSet presAssocID="{192795D4-799A-418B-87C5-21135E11FF5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F59505A-DD54-40D3-B792-2E75DE264F33}" type="pres">
      <dgm:prSet presAssocID="{192795D4-799A-418B-87C5-21135E11FF5A}" presName="spaceRect" presStyleCnt="0"/>
      <dgm:spPr/>
    </dgm:pt>
    <dgm:pt modelId="{5FDA1346-AC9A-4C52-AC0D-9229D360C4CF}" type="pres">
      <dgm:prSet presAssocID="{192795D4-799A-418B-87C5-21135E11FF5A}" presName="parTx" presStyleLbl="revTx" presStyleIdx="0" presStyleCnt="10">
        <dgm:presLayoutVars>
          <dgm:chMax val="0"/>
          <dgm:chPref val="0"/>
        </dgm:presLayoutVars>
      </dgm:prSet>
      <dgm:spPr/>
    </dgm:pt>
    <dgm:pt modelId="{5B737D47-8EDA-40F6-9686-A4C143A1024C}" type="pres">
      <dgm:prSet presAssocID="{192795D4-799A-418B-87C5-21135E11FF5A}" presName="desTx" presStyleLbl="revTx" presStyleIdx="1" presStyleCnt="10">
        <dgm:presLayoutVars/>
      </dgm:prSet>
      <dgm:spPr/>
    </dgm:pt>
    <dgm:pt modelId="{C3447134-4BD7-46EA-90F7-4148BFC1FB8A}" type="pres">
      <dgm:prSet presAssocID="{41E77E11-ADD1-4173-BA25-5407AC32B3FB}" presName="sibTrans" presStyleCnt="0"/>
      <dgm:spPr/>
    </dgm:pt>
    <dgm:pt modelId="{F913B62F-E367-4884-A21D-4E3247526902}" type="pres">
      <dgm:prSet presAssocID="{02F6BF6C-462A-4A10-9149-FB81875B87A9}" presName="compNode" presStyleCnt="0"/>
      <dgm:spPr/>
    </dgm:pt>
    <dgm:pt modelId="{89E94183-0B2D-49FF-9D49-2F580A03C740}" type="pres">
      <dgm:prSet presAssocID="{02F6BF6C-462A-4A10-9149-FB81875B87A9}" presName="bgRect" presStyleLbl="bgShp" presStyleIdx="1" presStyleCnt="5"/>
      <dgm:spPr/>
    </dgm:pt>
    <dgm:pt modelId="{DA69B9C1-7D0D-4F23-9A29-AEF220712837}" type="pres">
      <dgm:prSet presAssocID="{02F6BF6C-462A-4A10-9149-FB81875B87A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0A40977-9167-4829-B4A2-D609147400AC}" type="pres">
      <dgm:prSet presAssocID="{02F6BF6C-462A-4A10-9149-FB81875B87A9}" presName="spaceRect" presStyleCnt="0"/>
      <dgm:spPr/>
    </dgm:pt>
    <dgm:pt modelId="{4B4E228B-4599-47B6-B3CF-410C3AAC1CDF}" type="pres">
      <dgm:prSet presAssocID="{02F6BF6C-462A-4A10-9149-FB81875B87A9}" presName="parTx" presStyleLbl="revTx" presStyleIdx="2" presStyleCnt="10">
        <dgm:presLayoutVars>
          <dgm:chMax val="0"/>
          <dgm:chPref val="0"/>
        </dgm:presLayoutVars>
      </dgm:prSet>
      <dgm:spPr/>
    </dgm:pt>
    <dgm:pt modelId="{48681BA2-B4C7-487F-8899-89F619F158AF}" type="pres">
      <dgm:prSet presAssocID="{02F6BF6C-462A-4A10-9149-FB81875B87A9}" presName="desTx" presStyleLbl="revTx" presStyleIdx="3" presStyleCnt="10">
        <dgm:presLayoutVars/>
      </dgm:prSet>
      <dgm:spPr/>
    </dgm:pt>
    <dgm:pt modelId="{9DA06955-6782-4C5D-BF04-DAD85C6D9590}" type="pres">
      <dgm:prSet presAssocID="{8EB63C16-BEDD-4E34-840B-4F643CF8A552}" presName="sibTrans" presStyleCnt="0"/>
      <dgm:spPr/>
    </dgm:pt>
    <dgm:pt modelId="{CC00754B-66E8-4B43-AB03-7F56A80FCE34}" type="pres">
      <dgm:prSet presAssocID="{F4365A8F-E681-4094-8361-E5FE10DA8FD9}" presName="compNode" presStyleCnt="0"/>
      <dgm:spPr/>
    </dgm:pt>
    <dgm:pt modelId="{A7610CFA-4826-4371-B3D8-1C6055FD1C41}" type="pres">
      <dgm:prSet presAssocID="{F4365A8F-E681-4094-8361-E5FE10DA8FD9}" presName="bgRect" presStyleLbl="bgShp" presStyleIdx="2" presStyleCnt="5"/>
      <dgm:spPr/>
    </dgm:pt>
    <dgm:pt modelId="{0BD87225-EEFB-4B51-8011-6E6D9595E816}" type="pres">
      <dgm:prSet presAssocID="{F4365A8F-E681-4094-8361-E5FE10DA8FD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64823505-D5CA-423F-A46F-00421476E260}" type="pres">
      <dgm:prSet presAssocID="{F4365A8F-E681-4094-8361-E5FE10DA8FD9}" presName="spaceRect" presStyleCnt="0"/>
      <dgm:spPr/>
    </dgm:pt>
    <dgm:pt modelId="{5B343838-79D2-4DD4-A13A-8C40BE7A8869}" type="pres">
      <dgm:prSet presAssocID="{F4365A8F-E681-4094-8361-E5FE10DA8FD9}" presName="parTx" presStyleLbl="revTx" presStyleIdx="4" presStyleCnt="10">
        <dgm:presLayoutVars>
          <dgm:chMax val="0"/>
          <dgm:chPref val="0"/>
        </dgm:presLayoutVars>
      </dgm:prSet>
      <dgm:spPr/>
    </dgm:pt>
    <dgm:pt modelId="{A6C84BB2-ADA9-4F6F-AE0F-E978BE88C589}" type="pres">
      <dgm:prSet presAssocID="{F4365A8F-E681-4094-8361-E5FE10DA8FD9}" presName="desTx" presStyleLbl="revTx" presStyleIdx="5" presStyleCnt="10">
        <dgm:presLayoutVars/>
      </dgm:prSet>
      <dgm:spPr/>
    </dgm:pt>
    <dgm:pt modelId="{B124AAE3-20BC-4757-AC75-31EC3A827C84}" type="pres">
      <dgm:prSet presAssocID="{8088F6B2-613E-456E-A156-69ABCB6EFF2A}" presName="sibTrans" presStyleCnt="0"/>
      <dgm:spPr/>
    </dgm:pt>
    <dgm:pt modelId="{121B4A40-4F65-45B5-B38A-3580C031DB38}" type="pres">
      <dgm:prSet presAssocID="{478390C2-A13C-41F6-A491-FEC764960D14}" presName="compNode" presStyleCnt="0"/>
      <dgm:spPr/>
    </dgm:pt>
    <dgm:pt modelId="{E451F194-05EA-49A2-8A55-AC99EECD8F52}" type="pres">
      <dgm:prSet presAssocID="{478390C2-A13C-41F6-A491-FEC764960D14}" presName="bgRect" presStyleLbl="bgShp" presStyleIdx="3" presStyleCnt="5"/>
      <dgm:spPr/>
    </dgm:pt>
    <dgm:pt modelId="{DA342BFD-22C3-4F24-A29D-34D788A8D1DB}" type="pres">
      <dgm:prSet presAssocID="{478390C2-A13C-41F6-A491-FEC764960D1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A106137-F8B3-45B1-8DE9-A208FFB9DFE0}" type="pres">
      <dgm:prSet presAssocID="{478390C2-A13C-41F6-A491-FEC764960D14}" presName="spaceRect" presStyleCnt="0"/>
      <dgm:spPr/>
    </dgm:pt>
    <dgm:pt modelId="{2917D713-78AD-41E7-87D4-0927723E1DFB}" type="pres">
      <dgm:prSet presAssocID="{478390C2-A13C-41F6-A491-FEC764960D14}" presName="parTx" presStyleLbl="revTx" presStyleIdx="6" presStyleCnt="10">
        <dgm:presLayoutVars>
          <dgm:chMax val="0"/>
          <dgm:chPref val="0"/>
        </dgm:presLayoutVars>
      </dgm:prSet>
      <dgm:spPr/>
    </dgm:pt>
    <dgm:pt modelId="{215BD62B-590A-4FDF-8D4C-1E7EE141CBB4}" type="pres">
      <dgm:prSet presAssocID="{478390C2-A13C-41F6-A491-FEC764960D14}" presName="desTx" presStyleLbl="revTx" presStyleIdx="7" presStyleCnt="10">
        <dgm:presLayoutVars/>
      </dgm:prSet>
      <dgm:spPr/>
    </dgm:pt>
    <dgm:pt modelId="{33E98823-E0C1-457C-A7A0-01BEA30FE725}" type="pres">
      <dgm:prSet presAssocID="{8D5712C6-26F9-44A7-8DF0-151C47338656}" presName="sibTrans" presStyleCnt="0"/>
      <dgm:spPr/>
    </dgm:pt>
    <dgm:pt modelId="{34FC2EDC-08DA-4C15-826A-40CDF734494E}" type="pres">
      <dgm:prSet presAssocID="{6D8709F8-5ED5-4043-A22F-5CBA29BACB36}" presName="compNode" presStyleCnt="0"/>
      <dgm:spPr/>
    </dgm:pt>
    <dgm:pt modelId="{6210453B-2922-4ED8-80C8-26B7616FE3E0}" type="pres">
      <dgm:prSet presAssocID="{6D8709F8-5ED5-4043-A22F-5CBA29BACB36}" presName="bgRect" presStyleLbl="bgShp" presStyleIdx="4" presStyleCnt="5"/>
      <dgm:spPr/>
    </dgm:pt>
    <dgm:pt modelId="{7DAD6CCE-9C7C-418C-AF78-2B530CC66CEE}" type="pres">
      <dgm:prSet presAssocID="{6D8709F8-5ED5-4043-A22F-5CBA29BACB3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ED46A46A-75D7-4E51-A085-75E718AE0DB9}" type="pres">
      <dgm:prSet presAssocID="{6D8709F8-5ED5-4043-A22F-5CBA29BACB36}" presName="spaceRect" presStyleCnt="0"/>
      <dgm:spPr/>
    </dgm:pt>
    <dgm:pt modelId="{967484CA-408B-4E8C-B845-5EF3AD163F89}" type="pres">
      <dgm:prSet presAssocID="{6D8709F8-5ED5-4043-A22F-5CBA29BACB36}" presName="parTx" presStyleLbl="revTx" presStyleIdx="8" presStyleCnt="10">
        <dgm:presLayoutVars>
          <dgm:chMax val="0"/>
          <dgm:chPref val="0"/>
        </dgm:presLayoutVars>
      </dgm:prSet>
      <dgm:spPr/>
    </dgm:pt>
    <dgm:pt modelId="{9FD85E14-00C8-4F8A-AED6-C8440558CD2C}" type="pres">
      <dgm:prSet presAssocID="{6D8709F8-5ED5-4043-A22F-5CBA29BACB36}" presName="desTx" presStyleLbl="revTx" presStyleIdx="9" presStyleCnt="10">
        <dgm:presLayoutVars/>
      </dgm:prSet>
      <dgm:spPr/>
    </dgm:pt>
  </dgm:ptLst>
  <dgm:cxnLst>
    <dgm:cxn modelId="{E9E72024-0F9C-49B5-BE6B-0ED0052F344C}" srcId="{948A61FB-CF82-465C-BCCA-F1DD2B1CB8B4}" destId="{6D8709F8-5ED5-4043-A22F-5CBA29BACB36}" srcOrd="4" destOrd="0" parTransId="{6C5991DB-D356-4B6F-974B-1F72E90FE729}" sibTransId="{7D097AB8-3F74-4074-81A4-9914B8E97356}"/>
    <dgm:cxn modelId="{E202E330-6FE4-49DF-9C7B-75515D04654C}" type="presOf" srcId="{478390C2-A13C-41F6-A491-FEC764960D14}" destId="{2917D713-78AD-41E7-87D4-0927723E1DFB}" srcOrd="0" destOrd="0" presId="urn:microsoft.com/office/officeart/2018/2/layout/IconVerticalSolidList"/>
    <dgm:cxn modelId="{67F84E63-24CC-47AB-83E1-1DCC99AEF69F}" type="presOf" srcId="{192795D4-799A-418B-87C5-21135E11FF5A}" destId="{5FDA1346-AC9A-4C52-AC0D-9229D360C4CF}" srcOrd="0" destOrd="0" presId="urn:microsoft.com/office/officeart/2018/2/layout/IconVerticalSolidList"/>
    <dgm:cxn modelId="{639AD745-C50B-4E3B-8B43-17A783481D65}" srcId="{192795D4-799A-418B-87C5-21135E11FF5A}" destId="{007FFAE6-9FD6-4D1E-B5FE-0BDD671D9882}" srcOrd="0" destOrd="0" parTransId="{DBAC2D5D-CA55-43EF-9F43-811764D94CB7}" sibTransId="{A07AF3C9-7949-4901-8790-BC6B4404F7B8}"/>
    <dgm:cxn modelId="{58034E6D-FE9B-4518-ABCA-B28206F0E511}" srcId="{478390C2-A13C-41F6-A491-FEC764960D14}" destId="{7B5B7743-75C6-4032-B989-64AB8BC3734E}" srcOrd="0" destOrd="0" parTransId="{D8FEBFFC-3D32-40A2-8D8C-317DFB88E0C3}" sibTransId="{5EA83918-96B2-4A6B-A626-676D25C7184F}"/>
    <dgm:cxn modelId="{A726404F-3225-4890-8140-9121B7B39CA4}" type="presOf" srcId="{02F6BF6C-462A-4A10-9149-FB81875B87A9}" destId="{4B4E228B-4599-47B6-B3CF-410C3AAC1CDF}" srcOrd="0" destOrd="0" presId="urn:microsoft.com/office/officeart/2018/2/layout/IconVerticalSolidList"/>
    <dgm:cxn modelId="{B1389670-4661-43F0-BD76-347A87C13E42}" srcId="{948A61FB-CF82-465C-BCCA-F1DD2B1CB8B4}" destId="{192795D4-799A-418B-87C5-21135E11FF5A}" srcOrd="0" destOrd="0" parTransId="{A3952C5A-04AA-48AE-A183-0DB8640A2559}" sibTransId="{41E77E11-ADD1-4173-BA25-5407AC32B3FB}"/>
    <dgm:cxn modelId="{22EFF271-2074-43B7-87D3-7892979C1B70}" type="presOf" srcId="{948A61FB-CF82-465C-BCCA-F1DD2B1CB8B4}" destId="{858296BD-C382-4C0A-B25E-59B4EEDBB66F}" srcOrd="0" destOrd="0" presId="urn:microsoft.com/office/officeart/2018/2/layout/IconVerticalSolidList"/>
    <dgm:cxn modelId="{0BC24877-A594-4302-B254-FAACA0AC0D8A}" srcId="{6D8709F8-5ED5-4043-A22F-5CBA29BACB36}" destId="{2975E6D9-7DA1-4120-9CE2-F0E1314E7B2B}" srcOrd="0" destOrd="0" parTransId="{42FA3C0B-3956-4271-9CB9-396C47A9BEA8}" sibTransId="{C743EE48-472B-4E72-96BD-48ECB2A31707}"/>
    <dgm:cxn modelId="{31237D7C-7029-4B89-8233-4AF8EEB6C694}" type="presOf" srcId="{9D4B68AA-77BA-421F-A4F8-03394D49B6B8}" destId="{A6C84BB2-ADA9-4F6F-AE0F-E978BE88C589}" srcOrd="0" destOrd="0" presId="urn:microsoft.com/office/officeart/2018/2/layout/IconVerticalSolidList"/>
    <dgm:cxn modelId="{49473F7E-B373-4B71-8904-04C0D0622F37}" srcId="{948A61FB-CF82-465C-BCCA-F1DD2B1CB8B4}" destId="{F4365A8F-E681-4094-8361-E5FE10DA8FD9}" srcOrd="2" destOrd="0" parTransId="{4223A08F-9DEF-44B9-9271-45A6A94C397B}" sibTransId="{8088F6B2-613E-456E-A156-69ABCB6EFF2A}"/>
    <dgm:cxn modelId="{33072487-7D6E-4FD7-A1DA-C76328374BA0}" type="presOf" srcId="{6D8709F8-5ED5-4043-A22F-5CBA29BACB36}" destId="{967484CA-408B-4E8C-B845-5EF3AD163F89}" srcOrd="0" destOrd="0" presId="urn:microsoft.com/office/officeart/2018/2/layout/IconVerticalSolidList"/>
    <dgm:cxn modelId="{8F650F89-DCE7-4020-9C7E-7250372830D7}" srcId="{948A61FB-CF82-465C-BCCA-F1DD2B1CB8B4}" destId="{02F6BF6C-462A-4A10-9149-FB81875B87A9}" srcOrd="1" destOrd="0" parTransId="{AA1353EC-CD54-427E-85B2-31965DDFEB09}" sibTransId="{8EB63C16-BEDD-4E34-840B-4F643CF8A552}"/>
    <dgm:cxn modelId="{352B5094-FCFB-44A5-9045-C04904D05366}" type="presOf" srcId="{007FFAE6-9FD6-4D1E-B5FE-0BDD671D9882}" destId="{5B737D47-8EDA-40F6-9686-A4C143A1024C}" srcOrd="0" destOrd="0" presId="urn:microsoft.com/office/officeart/2018/2/layout/IconVerticalSolidList"/>
    <dgm:cxn modelId="{79699B9A-5CF1-47A0-8201-3883FA96900C}" srcId="{948A61FB-CF82-465C-BCCA-F1DD2B1CB8B4}" destId="{478390C2-A13C-41F6-A491-FEC764960D14}" srcOrd="3" destOrd="0" parTransId="{E6E6C07F-0C70-4505-9E5B-902F9E9DB779}" sibTransId="{8D5712C6-26F9-44A7-8DF0-151C47338656}"/>
    <dgm:cxn modelId="{547174BD-3C0C-4899-A281-8C7CE701EBE9}" type="presOf" srcId="{F4365A8F-E681-4094-8361-E5FE10DA8FD9}" destId="{5B343838-79D2-4DD4-A13A-8C40BE7A8869}" srcOrd="0" destOrd="0" presId="urn:microsoft.com/office/officeart/2018/2/layout/IconVerticalSolidList"/>
    <dgm:cxn modelId="{47ABBDCB-B5E8-4F15-9E6F-80A268910DC8}" type="presOf" srcId="{2975E6D9-7DA1-4120-9CE2-F0E1314E7B2B}" destId="{9FD85E14-00C8-4F8A-AED6-C8440558CD2C}" srcOrd="0" destOrd="0" presId="urn:microsoft.com/office/officeart/2018/2/layout/IconVerticalSolidList"/>
    <dgm:cxn modelId="{A1DB51EF-EB47-4DFE-9404-625FF0A7EEF0}" type="presOf" srcId="{7B5B7743-75C6-4032-B989-64AB8BC3734E}" destId="{215BD62B-590A-4FDF-8D4C-1E7EE141CBB4}" srcOrd="0" destOrd="0" presId="urn:microsoft.com/office/officeart/2018/2/layout/IconVerticalSolidList"/>
    <dgm:cxn modelId="{A682B0EF-29DA-4C64-9640-271FBB04C715}" srcId="{F4365A8F-E681-4094-8361-E5FE10DA8FD9}" destId="{9D4B68AA-77BA-421F-A4F8-03394D49B6B8}" srcOrd="0" destOrd="0" parTransId="{48096C2C-A865-4324-B7BD-161C5F29EABA}" sibTransId="{4D3D7FCF-200E-46E9-A668-D749A3DA1D72}"/>
    <dgm:cxn modelId="{F9A677F7-40BD-435C-AB9B-004588F8A38A}" type="presOf" srcId="{06013293-6DCF-4152-ADD4-3637E0C2B617}" destId="{48681BA2-B4C7-487F-8899-89F619F158AF}" srcOrd="0" destOrd="0" presId="urn:microsoft.com/office/officeart/2018/2/layout/IconVerticalSolidList"/>
    <dgm:cxn modelId="{A4EBAAFF-E70F-49BC-BAC4-E54DC6FA9A2C}" srcId="{02F6BF6C-462A-4A10-9149-FB81875B87A9}" destId="{06013293-6DCF-4152-ADD4-3637E0C2B617}" srcOrd="0" destOrd="0" parTransId="{BF1F5BF1-30DA-4699-900C-1B3356D15110}" sibTransId="{243418DA-9D49-42FE-B734-86B9982B741B}"/>
    <dgm:cxn modelId="{A977579A-23BA-4C1F-9FC7-EDC67399D967}" type="presParOf" srcId="{858296BD-C382-4C0A-B25E-59B4EEDBB66F}" destId="{AB627554-1C28-49F2-AA84-6DA4FBFF247D}" srcOrd="0" destOrd="0" presId="urn:microsoft.com/office/officeart/2018/2/layout/IconVerticalSolidList"/>
    <dgm:cxn modelId="{9FDFA055-4FB4-4206-ADCF-41CC8B268A18}" type="presParOf" srcId="{AB627554-1C28-49F2-AA84-6DA4FBFF247D}" destId="{DA7A6891-F8DE-487A-B9FC-80E9DE8475D6}" srcOrd="0" destOrd="0" presId="urn:microsoft.com/office/officeart/2018/2/layout/IconVerticalSolidList"/>
    <dgm:cxn modelId="{5A13E72B-0317-4322-B47D-C98809CA8E22}" type="presParOf" srcId="{AB627554-1C28-49F2-AA84-6DA4FBFF247D}" destId="{76B3A6D8-6401-469F-91E7-0E478A1A7EE2}" srcOrd="1" destOrd="0" presId="urn:microsoft.com/office/officeart/2018/2/layout/IconVerticalSolidList"/>
    <dgm:cxn modelId="{68EA712F-F903-476C-AC57-13CC17482694}" type="presParOf" srcId="{AB627554-1C28-49F2-AA84-6DA4FBFF247D}" destId="{EF59505A-DD54-40D3-B792-2E75DE264F33}" srcOrd="2" destOrd="0" presId="urn:microsoft.com/office/officeart/2018/2/layout/IconVerticalSolidList"/>
    <dgm:cxn modelId="{90C8842E-901A-4CC8-847D-3BD51AEDC1B0}" type="presParOf" srcId="{AB627554-1C28-49F2-AA84-6DA4FBFF247D}" destId="{5FDA1346-AC9A-4C52-AC0D-9229D360C4CF}" srcOrd="3" destOrd="0" presId="urn:microsoft.com/office/officeart/2018/2/layout/IconVerticalSolidList"/>
    <dgm:cxn modelId="{47E83C63-08E7-473F-B1E7-81320D7F86A3}" type="presParOf" srcId="{AB627554-1C28-49F2-AA84-6DA4FBFF247D}" destId="{5B737D47-8EDA-40F6-9686-A4C143A1024C}" srcOrd="4" destOrd="0" presId="urn:microsoft.com/office/officeart/2018/2/layout/IconVerticalSolidList"/>
    <dgm:cxn modelId="{041E955B-7C51-489B-B9E3-F16703E6ED10}" type="presParOf" srcId="{858296BD-C382-4C0A-B25E-59B4EEDBB66F}" destId="{C3447134-4BD7-46EA-90F7-4148BFC1FB8A}" srcOrd="1" destOrd="0" presId="urn:microsoft.com/office/officeart/2018/2/layout/IconVerticalSolidList"/>
    <dgm:cxn modelId="{335E4F48-0EFB-4D5C-9E33-529397362ADB}" type="presParOf" srcId="{858296BD-C382-4C0A-B25E-59B4EEDBB66F}" destId="{F913B62F-E367-4884-A21D-4E3247526902}" srcOrd="2" destOrd="0" presId="urn:microsoft.com/office/officeart/2018/2/layout/IconVerticalSolidList"/>
    <dgm:cxn modelId="{97FB9AEB-0761-443B-80B2-97B38FD885A9}" type="presParOf" srcId="{F913B62F-E367-4884-A21D-4E3247526902}" destId="{89E94183-0B2D-49FF-9D49-2F580A03C740}" srcOrd="0" destOrd="0" presId="urn:microsoft.com/office/officeart/2018/2/layout/IconVerticalSolidList"/>
    <dgm:cxn modelId="{8A1D05E4-A437-49A9-8A44-11A9E17568FF}" type="presParOf" srcId="{F913B62F-E367-4884-A21D-4E3247526902}" destId="{DA69B9C1-7D0D-4F23-9A29-AEF220712837}" srcOrd="1" destOrd="0" presId="urn:microsoft.com/office/officeart/2018/2/layout/IconVerticalSolidList"/>
    <dgm:cxn modelId="{39AD57C7-8ED0-4ED7-BB3F-1FDB4A5E1C46}" type="presParOf" srcId="{F913B62F-E367-4884-A21D-4E3247526902}" destId="{C0A40977-9167-4829-B4A2-D609147400AC}" srcOrd="2" destOrd="0" presId="urn:microsoft.com/office/officeart/2018/2/layout/IconVerticalSolidList"/>
    <dgm:cxn modelId="{A511CC0D-84DF-4FE3-8B33-12986A2A1830}" type="presParOf" srcId="{F913B62F-E367-4884-A21D-4E3247526902}" destId="{4B4E228B-4599-47B6-B3CF-410C3AAC1CDF}" srcOrd="3" destOrd="0" presId="urn:microsoft.com/office/officeart/2018/2/layout/IconVerticalSolidList"/>
    <dgm:cxn modelId="{4DA5D3FB-891F-408D-A04F-1786471ED5D3}" type="presParOf" srcId="{F913B62F-E367-4884-A21D-4E3247526902}" destId="{48681BA2-B4C7-487F-8899-89F619F158AF}" srcOrd="4" destOrd="0" presId="urn:microsoft.com/office/officeart/2018/2/layout/IconVerticalSolidList"/>
    <dgm:cxn modelId="{CC8CEA8E-E3F7-4467-B708-887915F104E9}" type="presParOf" srcId="{858296BD-C382-4C0A-B25E-59B4EEDBB66F}" destId="{9DA06955-6782-4C5D-BF04-DAD85C6D9590}" srcOrd="3" destOrd="0" presId="urn:microsoft.com/office/officeart/2018/2/layout/IconVerticalSolidList"/>
    <dgm:cxn modelId="{122981F2-6692-4CBE-8977-53B1D64B97CC}" type="presParOf" srcId="{858296BD-C382-4C0A-B25E-59B4EEDBB66F}" destId="{CC00754B-66E8-4B43-AB03-7F56A80FCE34}" srcOrd="4" destOrd="0" presId="urn:microsoft.com/office/officeart/2018/2/layout/IconVerticalSolidList"/>
    <dgm:cxn modelId="{F9EEA924-B8DF-49E3-ABF2-035AD4AB9A12}" type="presParOf" srcId="{CC00754B-66E8-4B43-AB03-7F56A80FCE34}" destId="{A7610CFA-4826-4371-B3D8-1C6055FD1C41}" srcOrd="0" destOrd="0" presId="urn:microsoft.com/office/officeart/2018/2/layout/IconVerticalSolidList"/>
    <dgm:cxn modelId="{B21216DA-7A0B-4134-A974-91957E824845}" type="presParOf" srcId="{CC00754B-66E8-4B43-AB03-7F56A80FCE34}" destId="{0BD87225-EEFB-4B51-8011-6E6D9595E816}" srcOrd="1" destOrd="0" presId="urn:microsoft.com/office/officeart/2018/2/layout/IconVerticalSolidList"/>
    <dgm:cxn modelId="{F2BD9DC7-5156-4A23-9093-5AFBDBEC1663}" type="presParOf" srcId="{CC00754B-66E8-4B43-AB03-7F56A80FCE34}" destId="{64823505-D5CA-423F-A46F-00421476E260}" srcOrd="2" destOrd="0" presId="urn:microsoft.com/office/officeart/2018/2/layout/IconVerticalSolidList"/>
    <dgm:cxn modelId="{9C1EF960-1E8A-4F61-9F53-1B81473C774D}" type="presParOf" srcId="{CC00754B-66E8-4B43-AB03-7F56A80FCE34}" destId="{5B343838-79D2-4DD4-A13A-8C40BE7A8869}" srcOrd="3" destOrd="0" presId="urn:microsoft.com/office/officeart/2018/2/layout/IconVerticalSolidList"/>
    <dgm:cxn modelId="{4EA9F0F4-092E-4B61-B23D-06A665932AC2}" type="presParOf" srcId="{CC00754B-66E8-4B43-AB03-7F56A80FCE34}" destId="{A6C84BB2-ADA9-4F6F-AE0F-E978BE88C589}" srcOrd="4" destOrd="0" presId="urn:microsoft.com/office/officeart/2018/2/layout/IconVerticalSolidList"/>
    <dgm:cxn modelId="{52AE3BA4-334E-4509-9B7A-A14F6F498FA0}" type="presParOf" srcId="{858296BD-C382-4C0A-B25E-59B4EEDBB66F}" destId="{B124AAE3-20BC-4757-AC75-31EC3A827C84}" srcOrd="5" destOrd="0" presId="urn:microsoft.com/office/officeart/2018/2/layout/IconVerticalSolidList"/>
    <dgm:cxn modelId="{374B1945-3008-4C6E-8D51-193116691B0E}" type="presParOf" srcId="{858296BD-C382-4C0A-B25E-59B4EEDBB66F}" destId="{121B4A40-4F65-45B5-B38A-3580C031DB38}" srcOrd="6" destOrd="0" presId="urn:microsoft.com/office/officeart/2018/2/layout/IconVerticalSolidList"/>
    <dgm:cxn modelId="{6D5E99E3-FFDF-47BF-93F2-6CE46A3FB2AC}" type="presParOf" srcId="{121B4A40-4F65-45B5-B38A-3580C031DB38}" destId="{E451F194-05EA-49A2-8A55-AC99EECD8F52}" srcOrd="0" destOrd="0" presId="urn:microsoft.com/office/officeart/2018/2/layout/IconVerticalSolidList"/>
    <dgm:cxn modelId="{9206AFAF-E6EB-4EDF-8006-7515453B6D18}" type="presParOf" srcId="{121B4A40-4F65-45B5-B38A-3580C031DB38}" destId="{DA342BFD-22C3-4F24-A29D-34D788A8D1DB}" srcOrd="1" destOrd="0" presId="urn:microsoft.com/office/officeart/2018/2/layout/IconVerticalSolidList"/>
    <dgm:cxn modelId="{B03570FD-5021-4723-AE26-E80AD56F020A}" type="presParOf" srcId="{121B4A40-4F65-45B5-B38A-3580C031DB38}" destId="{4A106137-F8B3-45B1-8DE9-A208FFB9DFE0}" srcOrd="2" destOrd="0" presId="urn:microsoft.com/office/officeart/2018/2/layout/IconVerticalSolidList"/>
    <dgm:cxn modelId="{CACC0D42-48BC-4617-BC16-F196C2A85FD6}" type="presParOf" srcId="{121B4A40-4F65-45B5-B38A-3580C031DB38}" destId="{2917D713-78AD-41E7-87D4-0927723E1DFB}" srcOrd="3" destOrd="0" presId="urn:microsoft.com/office/officeart/2018/2/layout/IconVerticalSolidList"/>
    <dgm:cxn modelId="{24FCA3F0-03AC-4CA6-BA0C-0B5E562BEA8C}" type="presParOf" srcId="{121B4A40-4F65-45B5-B38A-3580C031DB38}" destId="{215BD62B-590A-4FDF-8D4C-1E7EE141CBB4}" srcOrd="4" destOrd="0" presId="urn:microsoft.com/office/officeart/2018/2/layout/IconVerticalSolidList"/>
    <dgm:cxn modelId="{0D8F746B-370F-4675-A1F7-7669054C1E2A}" type="presParOf" srcId="{858296BD-C382-4C0A-B25E-59B4EEDBB66F}" destId="{33E98823-E0C1-457C-A7A0-01BEA30FE725}" srcOrd="7" destOrd="0" presId="urn:microsoft.com/office/officeart/2018/2/layout/IconVerticalSolidList"/>
    <dgm:cxn modelId="{FF5BD321-3B48-4DD3-A0E0-C50F471A6149}" type="presParOf" srcId="{858296BD-C382-4C0A-B25E-59B4EEDBB66F}" destId="{34FC2EDC-08DA-4C15-826A-40CDF734494E}" srcOrd="8" destOrd="0" presId="urn:microsoft.com/office/officeart/2018/2/layout/IconVerticalSolidList"/>
    <dgm:cxn modelId="{3242839A-5B56-4D2A-A5BF-D9A7275724B0}" type="presParOf" srcId="{34FC2EDC-08DA-4C15-826A-40CDF734494E}" destId="{6210453B-2922-4ED8-80C8-26B7616FE3E0}" srcOrd="0" destOrd="0" presId="urn:microsoft.com/office/officeart/2018/2/layout/IconVerticalSolidList"/>
    <dgm:cxn modelId="{6B580122-B9DF-43B5-9093-B0A8C64F354E}" type="presParOf" srcId="{34FC2EDC-08DA-4C15-826A-40CDF734494E}" destId="{7DAD6CCE-9C7C-418C-AF78-2B530CC66CEE}" srcOrd="1" destOrd="0" presId="urn:microsoft.com/office/officeart/2018/2/layout/IconVerticalSolidList"/>
    <dgm:cxn modelId="{B3C3E058-69E5-454A-A84F-B82FA4313A2C}" type="presParOf" srcId="{34FC2EDC-08DA-4C15-826A-40CDF734494E}" destId="{ED46A46A-75D7-4E51-A085-75E718AE0DB9}" srcOrd="2" destOrd="0" presId="urn:microsoft.com/office/officeart/2018/2/layout/IconVerticalSolidList"/>
    <dgm:cxn modelId="{0789ACCE-C5D9-4D8B-BC3F-BC4F605EF9D8}" type="presParOf" srcId="{34FC2EDC-08DA-4C15-826A-40CDF734494E}" destId="{967484CA-408B-4E8C-B845-5EF3AD163F89}" srcOrd="3" destOrd="0" presId="urn:microsoft.com/office/officeart/2018/2/layout/IconVerticalSolidList"/>
    <dgm:cxn modelId="{66775FD5-D2F0-441C-B221-13BDF626A2B3}" type="presParOf" srcId="{34FC2EDC-08DA-4C15-826A-40CDF734494E}" destId="{9FD85E14-00C8-4F8A-AED6-C8440558CD2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748E9A-F4E4-4A92-8BB2-F211634A55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51961D2-9E9F-409C-9DE9-62B99486DE7E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>
              <a:latin typeface="Aptos"/>
            </a:rPr>
            <a:t>AI Integration</a:t>
          </a:r>
          <a:endParaRPr lang="en-US" sz="2000" dirty="0"/>
        </a:p>
      </dgm:t>
    </dgm:pt>
    <dgm:pt modelId="{AEEF77B2-B3BC-4F9A-A249-E3947D5D0516}" type="parTrans" cxnId="{D520222F-6264-467A-BB09-B654986ABCEA}">
      <dgm:prSet/>
      <dgm:spPr/>
      <dgm:t>
        <a:bodyPr/>
        <a:lstStyle/>
        <a:p>
          <a:endParaRPr lang="en-US"/>
        </a:p>
      </dgm:t>
    </dgm:pt>
    <dgm:pt modelId="{69F4A442-BA4C-4F26-A9FC-61ABDF799771}" type="sibTrans" cxnId="{D520222F-6264-467A-BB09-B654986ABCEA}">
      <dgm:prSet/>
      <dgm:spPr/>
      <dgm:t>
        <a:bodyPr/>
        <a:lstStyle/>
        <a:p>
          <a:endParaRPr lang="en-US"/>
        </a:p>
      </dgm:t>
    </dgm:pt>
    <dgm:pt modelId="{98AF21B5-E142-49CB-BE5B-509602939B84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>
              <a:latin typeface="Aptos"/>
            </a:rPr>
            <a:t>Mobile App</a:t>
          </a:r>
          <a:endParaRPr lang="en-US" sz="2000" dirty="0"/>
        </a:p>
      </dgm:t>
    </dgm:pt>
    <dgm:pt modelId="{E24E93FD-ED09-4A3A-AD16-00FFB4DF9E87}" type="parTrans" cxnId="{EB7EEE15-ED72-4CCE-AB4F-9F6FAEB14BC3}">
      <dgm:prSet/>
      <dgm:spPr/>
      <dgm:t>
        <a:bodyPr/>
        <a:lstStyle/>
        <a:p>
          <a:endParaRPr lang="en-US"/>
        </a:p>
      </dgm:t>
    </dgm:pt>
    <dgm:pt modelId="{2CE5B11D-D4F3-4C2A-8B4C-FD146A604E7F}" type="sibTrans" cxnId="{EB7EEE15-ED72-4CCE-AB4F-9F6FAEB14BC3}">
      <dgm:prSet/>
      <dgm:spPr/>
      <dgm:t>
        <a:bodyPr/>
        <a:lstStyle/>
        <a:p>
          <a:endParaRPr lang="en-US"/>
        </a:p>
      </dgm:t>
    </dgm:pt>
    <dgm:pt modelId="{C277BB66-06BA-4CE0-83ED-8CC9B1D8846A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>
              <a:latin typeface="Aptos"/>
            </a:rPr>
            <a:t>Collaboration</a:t>
          </a:r>
          <a:endParaRPr lang="en-US" sz="2000" dirty="0"/>
        </a:p>
      </dgm:t>
    </dgm:pt>
    <dgm:pt modelId="{E8C73470-D1CC-4223-85D4-274616CC567E}" type="parTrans" cxnId="{0745E712-AE11-4564-8694-8CA9BB9DE5A4}">
      <dgm:prSet/>
      <dgm:spPr/>
      <dgm:t>
        <a:bodyPr/>
        <a:lstStyle/>
        <a:p>
          <a:endParaRPr lang="en-US"/>
        </a:p>
      </dgm:t>
    </dgm:pt>
    <dgm:pt modelId="{5494C51F-E194-47B7-AAC5-5E69A6EFCE03}" type="sibTrans" cxnId="{0745E712-AE11-4564-8694-8CA9BB9DE5A4}">
      <dgm:prSet/>
      <dgm:spPr/>
      <dgm:t>
        <a:bodyPr/>
        <a:lstStyle/>
        <a:p>
          <a:endParaRPr lang="en-US"/>
        </a:p>
      </dgm:t>
    </dgm:pt>
    <dgm:pt modelId="{7A59AA57-F1CF-4AD5-B1A2-B7374ADB994F}">
      <dgm:prSet phldrT="[Text]"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Aptos"/>
            </a:rPr>
            <a:t>Adding "Team Spaces" for shared tasks and group reminders.</a:t>
          </a:r>
          <a:endParaRPr lang="en-US" sz="1800" dirty="0">
            <a:latin typeface="Aptos Display"/>
          </a:endParaRPr>
        </a:p>
      </dgm:t>
    </dgm:pt>
    <dgm:pt modelId="{DB4FBC38-168B-43BE-A81A-A47C403331E8}" type="parTrans" cxnId="{3E9D23E4-E3E3-4272-BB4D-B37FA9BFAC19}">
      <dgm:prSet/>
      <dgm:spPr/>
      <dgm:t>
        <a:bodyPr/>
        <a:lstStyle/>
        <a:p>
          <a:endParaRPr lang="en-US"/>
        </a:p>
      </dgm:t>
    </dgm:pt>
    <dgm:pt modelId="{48D0C4AB-E063-42AC-B9C1-F4E0660F0396}" type="sibTrans" cxnId="{3E9D23E4-E3E3-4272-BB4D-B37FA9BFAC19}">
      <dgm:prSet/>
      <dgm:spPr/>
      <dgm:t>
        <a:bodyPr/>
        <a:lstStyle/>
        <a:p>
          <a:endParaRPr lang="en-US"/>
        </a:p>
      </dgm:t>
    </dgm:pt>
    <dgm:pt modelId="{3193C823-C9BA-46E3-87FB-5C209A070E1A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Aptos"/>
            </a:rPr>
            <a:t>Smart task prioritization based on user behavior.</a:t>
          </a:r>
        </a:p>
      </dgm:t>
    </dgm:pt>
    <dgm:pt modelId="{5C0F3110-96A7-41DA-A44F-B242B86597E4}" type="parTrans" cxnId="{718B8CD1-991A-4DE5-91D2-0C45AE921FCD}">
      <dgm:prSet/>
      <dgm:spPr/>
    </dgm:pt>
    <dgm:pt modelId="{83DED59D-3BC4-40F0-8A5C-0CDF68C50599}" type="sibTrans" cxnId="{718B8CD1-991A-4DE5-91D2-0C45AE921FCD}">
      <dgm:prSet/>
      <dgm:spPr/>
    </dgm:pt>
    <dgm:pt modelId="{D9833BA6-0F12-4596-B39F-F2FFAD851364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Aptos"/>
            </a:rPr>
            <a:t>Developing a native iOS/Android version for on-the-go alerts.</a:t>
          </a:r>
        </a:p>
      </dgm:t>
    </dgm:pt>
    <dgm:pt modelId="{05B7BAF9-4CB0-4A77-80DC-CC082056C706}" type="parTrans" cxnId="{0C105B18-0960-4659-A31F-AE1F5F3429AE}">
      <dgm:prSet/>
      <dgm:spPr/>
    </dgm:pt>
    <dgm:pt modelId="{AF559839-0597-49FA-9E3D-BBD767C82D71}" type="sibTrans" cxnId="{0C105B18-0960-4659-A31F-AE1F5F3429AE}">
      <dgm:prSet/>
      <dgm:spPr/>
    </dgm:pt>
    <dgm:pt modelId="{5816FA37-1426-4C7D-8401-C72DF642977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"/>
              <a:ea typeface="Calibri"/>
              <a:cs typeface="Calibri"/>
            </a:rPr>
            <a:t>Integration with Google Assistant and Alexa.</a:t>
          </a:r>
          <a:endParaRPr lang="en-US" dirty="0">
            <a:latin typeface="Aptos"/>
          </a:endParaRPr>
        </a:p>
      </dgm:t>
    </dgm:pt>
    <dgm:pt modelId="{CDAAA1DF-B175-4C92-B1F4-3C3CA38E9E77}" type="parTrans" cxnId="{5FE28EF3-E8B2-4508-98A7-FEAE612A2839}">
      <dgm:prSet/>
      <dgm:spPr/>
    </dgm:pt>
    <dgm:pt modelId="{42839FC8-C874-4121-AA81-BE6EDDF3A42B}" type="sibTrans" cxnId="{5FE28EF3-E8B2-4508-98A7-FEAE612A2839}">
      <dgm:prSet/>
      <dgm:spPr/>
    </dgm:pt>
    <dgm:pt modelId="{AE0946B0-B5ED-4B86-B97A-51814DE88988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>
              <a:latin typeface="Aptos"/>
              <a:ea typeface="Calibri"/>
              <a:cs typeface="Calibri"/>
            </a:rPr>
            <a:t>Voice Commands</a:t>
          </a:r>
        </a:p>
      </dgm:t>
    </dgm:pt>
    <dgm:pt modelId="{EFBB3623-065A-45AC-B492-C0D17847ED29}" type="parTrans" cxnId="{1B3DBB99-4482-488F-B8D1-3504EAC06013}">
      <dgm:prSet/>
      <dgm:spPr/>
    </dgm:pt>
    <dgm:pt modelId="{5C84618A-6614-4CFF-A71A-D640E209ECC2}" type="sibTrans" cxnId="{1B3DBB99-4482-488F-B8D1-3504EAC06013}">
      <dgm:prSet/>
      <dgm:spPr/>
    </dgm:pt>
    <dgm:pt modelId="{72BE4BC6-134A-486E-A277-7D3B232E69A9}" type="pres">
      <dgm:prSet presAssocID="{24748E9A-F4E4-4A92-8BB2-F211634A5542}" presName="root" presStyleCnt="0">
        <dgm:presLayoutVars>
          <dgm:dir/>
          <dgm:resizeHandles val="exact"/>
        </dgm:presLayoutVars>
      </dgm:prSet>
      <dgm:spPr/>
    </dgm:pt>
    <dgm:pt modelId="{C259BB27-66B8-40C6-855E-CCFCD15E4E83}" type="pres">
      <dgm:prSet presAssocID="{951961D2-9E9F-409C-9DE9-62B99486DE7E}" presName="compNode" presStyleCnt="0"/>
      <dgm:spPr/>
    </dgm:pt>
    <dgm:pt modelId="{ECF204AC-D44B-46F3-9AD3-67CBF557032B}" type="pres">
      <dgm:prSet presAssocID="{951961D2-9E9F-409C-9DE9-62B99486DE7E}" presName="bgRect" presStyleLbl="bgShp" presStyleIdx="0" presStyleCnt="4"/>
      <dgm:spPr/>
    </dgm:pt>
    <dgm:pt modelId="{A570FB3C-A0F0-4C6D-A32C-E6F671F0C4E3}" type="pres">
      <dgm:prSet presAssocID="{951961D2-9E9F-409C-9DE9-62B99486DE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038C26D-9D1E-4DBD-8FFF-7DC0B3B81D4D}" type="pres">
      <dgm:prSet presAssocID="{951961D2-9E9F-409C-9DE9-62B99486DE7E}" presName="spaceRect" presStyleCnt="0"/>
      <dgm:spPr/>
    </dgm:pt>
    <dgm:pt modelId="{0B1B2388-94B4-469A-9E11-8E92C5530151}" type="pres">
      <dgm:prSet presAssocID="{951961D2-9E9F-409C-9DE9-62B99486DE7E}" presName="parTx" presStyleLbl="revTx" presStyleIdx="0" presStyleCnt="8">
        <dgm:presLayoutVars>
          <dgm:chMax val="0"/>
          <dgm:chPref val="0"/>
        </dgm:presLayoutVars>
      </dgm:prSet>
      <dgm:spPr/>
    </dgm:pt>
    <dgm:pt modelId="{C51F72DF-B336-4F7F-BDF5-B8A1950399F1}" type="pres">
      <dgm:prSet presAssocID="{951961D2-9E9F-409C-9DE9-62B99486DE7E}" presName="desTx" presStyleLbl="revTx" presStyleIdx="1" presStyleCnt="8">
        <dgm:presLayoutVars/>
      </dgm:prSet>
      <dgm:spPr/>
    </dgm:pt>
    <dgm:pt modelId="{8C98891D-3EBE-4D73-BAD6-98F8BAFDD635}" type="pres">
      <dgm:prSet presAssocID="{69F4A442-BA4C-4F26-A9FC-61ABDF799771}" presName="sibTrans" presStyleCnt="0"/>
      <dgm:spPr/>
    </dgm:pt>
    <dgm:pt modelId="{18B2C9CF-8092-4B66-8253-5AD22F29A1A1}" type="pres">
      <dgm:prSet presAssocID="{98AF21B5-E142-49CB-BE5B-509602939B84}" presName="compNode" presStyleCnt="0"/>
      <dgm:spPr/>
    </dgm:pt>
    <dgm:pt modelId="{D5527CDB-B56D-436D-BB05-ED0FCCA55B52}" type="pres">
      <dgm:prSet presAssocID="{98AF21B5-E142-49CB-BE5B-509602939B84}" presName="bgRect" presStyleLbl="bgShp" presStyleIdx="1" presStyleCnt="4"/>
      <dgm:spPr/>
    </dgm:pt>
    <dgm:pt modelId="{2BC612D8-6636-44AC-A6F0-E4716D1874EA}" type="pres">
      <dgm:prSet presAssocID="{98AF21B5-E142-49CB-BE5B-509602939B8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0A22C784-1A2A-4E7C-B096-807682A3F4AB}" type="pres">
      <dgm:prSet presAssocID="{98AF21B5-E142-49CB-BE5B-509602939B84}" presName="spaceRect" presStyleCnt="0"/>
      <dgm:spPr/>
    </dgm:pt>
    <dgm:pt modelId="{7ABB3332-67FB-4093-8F52-4293D04AC59A}" type="pres">
      <dgm:prSet presAssocID="{98AF21B5-E142-49CB-BE5B-509602939B84}" presName="parTx" presStyleLbl="revTx" presStyleIdx="2" presStyleCnt="8">
        <dgm:presLayoutVars>
          <dgm:chMax val="0"/>
          <dgm:chPref val="0"/>
        </dgm:presLayoutVars>
      </dgm:prSet>
      <dgm:spPr/>
    </dgm:pt>
    <dgm:pt modelId="{B114B8C3-9907-48D3-AA51-931A7C5681A1}" type="pres">
      <dgm:prSet presAssocID="{98AF21B5-E142-49CB-BE5B-509602939B84}" presName="desTx" presStyleLbl="revTx" presStyleIdx="3" presStyleCnt="8">
        <dgm:presLayoutVars/>
      </dgm:prSet>
      <dgm:spPr/>
    </dgm:pt>
    <dgm:pt modelId="{0E49DB9D-7137-461F-8F1B-D717373D793C}" type="pres">
      <dgm:prSet presAssocID="{2CE5B11D-D4F3-4C2A-8B4C-FD146A604E7F}" presName="sibTrans" presStyleCnt="0"/>
      <dgm:spPr/>
    </dgm:pt>
    <dgm:pt modelId="{18400916-32B9-4331-8C94-6A57CA355A16}" type="pres">
      <dgm:prSet presAssocID="{C277BB66-06BA-4CE0-83ED-8CC9B1D8846A}" presName="compNode" presStyleCnt="0"/>
      <dgm:spPr/>
    </dgm:pt>
    <dgm:pt modelId="{E5B20C7E-F91A-440F-A975-F9F765CDFBB4}" type="pres">
      <dgm:prSet presAssocID="{C277BB66-06BA-4CE0-83ED-8CC9B1D8846A}" presName="bgRect" presStyleLbl="bgShp" presStyleIdx="2" presStyleCnt="4"/>
      <dgm:spPr/>
    </dgm:pt>
    <dgm:pt modelId="{94DECE8C-790B-43AB-8E2D-490224920630}" type="pres">
      <dgm:prSet presAssocID="{C277BB66-06BA-4CE0-83ED-8CC9B1D884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B2DC9232-F1F3-4E12-865B-C949952D442D}" type="pres">
      <dgm:prSet presAssocID="{C277BB66-06BA-4CE0-83ED-8CC9B1D8846A}" presName="spaceRect" presStyleCnt="0"/>
      <dgm:spPr/>
    </dgm:pt>
    <dgm:pt modelId="{B3B63618-A9E8-40B8-9B5B-C8D858E10A51}" type="pres">
      <dgm:prSet presAssocID="{C277BB66-06BA-4CE0-83ED-8CC9B1D8846A}" presName="parTx" presStyleLbl="revTx" presStyleIdx="4" presStyleCnt="8">
        <dgm:presLayoutVars>
          <dgm:chMax val="0"/>
          <dgm:chPref val="0"/>
        </dgm:presLayoutVars>
      </dgm:prSet>
      <dgm:spPr/>
    </dgm:pt>
    <dgm:pt modelId="{D0A7E255-6951-472B-9E05-F523D5F2B0A3}" type="pres">
      <dgm:prSet presAssocID="{C277BB66-06BA-4CE0-83ED-8CC9B1D8846A}" presName="desTx" presStyleLbl="revTx" presStyleIdx="5" presStyleCnt="8">
        <dgm:presLayoutVars/>
      </dgm:prSet>
      <dgm:spPr/>
    </dgm:pt>
    <dgm:pt modelId="{744FE9DD-556F-4E3D-A027-14230388C22A}" type="pres">
      <dgm:prSet presAssocID="{5494C51F-E194-47B7-AAC5-5E69A6EFCE03}" presName="sibTrans" presStyleCnt="0"/>
      <dgm:spPr/>
    </dgm:pt>
    <dgm:pt modelId="{7370CF8D-AB68-42F5-B979-4D4A2DDE9415}" type="pres">
      <dgm:prSet presAssocID="{AE0946B0-B5ED-4B86-B97A-51814DE88988}" presName="compNode" presStyleCnt="0"/>
      <dgm:spPr/>
    </dgm:pt>
    <dgm:pt modelId="{EA0638DB-7220-4400-BAB0-226A30A1128C}" type="pres">
      <dgm:prSet presAssocID="{AE0946B0-B5ED-4B86-B97A-51814DE88988}" presName="bgRect" presStyleLbl="bgShp" presStyleIdx="3" presStyleCnt="4"/>
      <dgm:spPr/>
    </dgm:pt>
    <dgm:pt modelId="{356E1641-926D-4E86-B354-8A3758C96A94}" type="pres">
      <dgm:prSet presAssocID="{AE0946B0-B5ED-4B86-B97A-51814DE8898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5CEE001F-CEDB-46FF-AE3D-601FAD7A5E54}" type="pres">
      <dgm:prSet presAssocID="{AE0946B0-B5ED-4B86-B97A-51814DE88988}" presName="spaceRect" presStyleCnt="0"/>
      <dgm:spPr/>
    </dgm:pt>
    <dgm:pt modelId="{E28709AB-B09B-4B64-9252-92C623801AC6}" type="pres">
      <dgm:prSet presAssocID="{AE0946B0-B5ED-4B86-B97A-51814DE88988}" presName="parTx" presStyleLbl="revTx" presStyleIdx="6" presStyleCnt="8">
        <dgm:presLayoutVars>
          <dgm:chMax val="0"/>
          <dgm:chPref val="0"/>
        </dgm:presLayoutVars>
      </dgm:prSet>
      <dgm:spPr/>
    </dgm:pt>
    <dgm:pt modelId="{C1A6DE76-2F20-46C7-AA97-C9255F684F1E}" type="pres">
      <dgm:prSet presAssocID="{AE0946B0-B5ED-4B86-B97A-51814DE88988}" presName="desTx" presStyleLbl="revTx" presStyleIdx="7" presStyleCnt="8">
        <dgm:presLayoutVars/>
      </dgm:prSet>
      <dgm:spPr/>
    </dgm:pt>
  </dgm:ptLst>
  <dgm:cxnLst>
    <dgm:cxn modelId="{0C089912-E6CF-43B0-960A-6B1FBEC55AA3}" type="presOf" srcId="{5816FA37-1426-4C7D-8401-C72DF6429774}" destId="{C1A6DE76-2F20-46C7-AA97-C9255F684F1E}" srcOrd="0" destOrd="0" presId="urn:microsoft.com/office/officeart/2018/2/layout/IconVerticalSolidList"/>
    <dgm:cxn modelId="{0745E712-AE11-4564-8694-8CA9BB9DE5A4}" srcId="{24748E9A-F4E4-4A92-8BB2-F211634A5542}" destId="{C277BB66-06BA-4CE0-83ED-8CC9B1D8846A}" srcOrd="2" destOrd="0" parTransId="{E8C73470-D1CC-4223-85D4-274616CC567E}" sibTransId="{5494C51F-E194-47B7-AAC5-5E69A6EFCE03}"/>
    <dgm:cxn modelId="{EB7EEE15-ED72-4CCE-AB4F-9F6FAEB14BC3}" srcId="{24748E9A-F4E4-4A92-8BB2-F211634A5542}" destId="{98AF21B5-E142-49CB-BE5B-509602939B84}" srcOrd="1" destOrd="0" parTransId="{E24E93FD-ED09-4A3A-AD16-00FFB4DF9E87}" sibTransId="{2CE5B11D-D4F3-4C2A-8B4C-FD146A604E7F}"/>
    <dgm:cxn modelId="{0C105B18-0960-4659-A31F-AE1F5F3429AE}" srcId="{98AF21B5-E142-49CB-BE5B-509602939B84}" destId="{D9833BA6-0F12-4596-B39F-F2FFAD851364}" srcOrd="0" destOrd="0" parTransId="{05B7BAF9-4CB0-4A77-80DC-CC082056C706}" sibTransId="{AF559839-0597-49FA-9E3D-BBD767C82D71}"/>
    <dgm:cxn modelId="{EDCC2920-82DD-42BF-9B12-4A51FDDE0AAD}" type="presOf" srcId="{D9833BA6-0F12-4596-B39F-F2FFAD851364}" destId="{B114B8C3-9907-48D3-AA51-931A7C5681A1}" srcOrd="0" destOrd="0" presId="urn:microsoft.com/office/officeart/2018/2/layout/IconVerticalSolidList"/>
    <dgm:cxn modelId="{91E3AE2A-3152-49BF-95C7-9A969248BF30}" type="presOf" srcId="{951961D2-9E9F-409C-9DE9-62B99486DE7E}" destId="{0B1B2388-94B4-469A-9E11-8E92C5530151}" srcOrd="0" destOrd="0" presId="urn:microsoft.com/office/officeart/2018/2/layout/IconVerticalSolidList"/>
    <dgm:cxn modelId="{D520222F-6264-467A-BB09-B654986ABCEA}" srcId="{24748E9A-F4E4-4A92-8BB2-F211634A5542}" destId="{951961D2-9E9F-409C-9DE9-62B99486DE7E}" srcOrd="0" destOrd="0" parTransId="{AEEF77B2-B3BC-4F9A-A249-E3947D5D0516}" sibTransId="{69F4A442-BA4C-4F26-A9FC-61ABDF799771}"/>
    <dgm:cxn modelId="{C9A56630-F2C0-4A7D-9DBD-FC0212B3FAF8}" type="presOf" srcId="{C277BB66-06BA-4CE0-83ED-8CC9B1D8846A}" destId="{B3B63618-A9E8-40B8-9B5B-C8D858E10A51}" srcOrd="0" destOrd="0" presId="urn:microsoft.com/office/officeart/2018/2/layout/IconVerticalSolidList"/>
    <dgm:cxn modelId="{E789DD41-208F-47C9-A29F-8A3FEB8940D5}" type="presOf" srcId="{98AF21B5-E142-49CB-BE5B-509602939B84}" destId="{7ABB3332-67FB-4093-8F52-4293D04AC59A}" srcOrd="0" destOrd="0" presId="urn:microsoft.com/office/officeart/2018/2/layout/IconVerticalSolidList"/>
    <dgm:cxn modelId="{B2BB5642-5B10-432D-8FD7-BE48709C0842}" type="presOf" srcId="{3193C823-C9BA-46E3-87FB-5C209A070E1A}" destId="{C51F72DF-B336-4F7F-BDF5-B8A1950399F1}" srcOrd="0" destOrd="0" presId="urn:microsoft.com/office/officeart/2018/2/layout/IconVerticalSolidList"/>
    <dgm:cxn modelId="{76B62B78-7D2A-4B7C-9DCD-9A9DD77009F9}" type="presOf" srcId="{AE0946B0-B5ED-4B86-B97A-51814DE88988}" destId="{E28709AB-B09B-4B64-9252-92C623801AC6}" srcOrd="0" destOrd="0" presId="urn:microsoft.com/office/officeart/2018/2/layout/IconVerticalSolidList"/>
    <dgm:cxn modelId="{1B3DBB99-4482-488F-B8D1-3504EAC06013}" srcId="{24748E9A-F4E4-4A92-8BB2-F211634A5542}" destId="{AE0946B0-B5ED-4B86-B97A-51814DE88988}" srcOrd="3" destOrd="0" parTransId="{EFBB3623-065A-45AC-B492-C0D17847ED29}" sibTransId="{5C84618A-6614-4CFF-A71A-D640E209ECC2}"/>
    <dgm:cxn modelId="{718B8CD1-991A-4DE5-91D2-0C45AE921FCD}" srcId="{951961D2-9E9F-409C-9DE9-62B99486DE7E}" destId="{3193C823-C9BA-46E3-87FB-5C209A070E1A}" srcOrd="0" destOrd="0" parTransId="{5C0F3110-96A7-41DA-A44F-B242B86597E4}" sibTransId="{83DED59D-3BC4-40F0-8A5C-0CDF68C50599}"/>
    <dgm:cxn modelId="{0033FFE0-C49B-4302-AA09-2DEE36837E51}" type="presOf" srcId="{24748E9A-F4E4-4A92-8BB2-F211634A5542}" destId="{72BE4BC6-134A-486E-A277-7D3B232E69A9}" srcOrd="0" destOrd="0" presId="urn:microsoft.com/office/officeart/2018/2/layout/IconVerticalSolidList"/>
    <dgm:cxn modelId="{3E9D23E4-E3E3-4272-BB4D-B37FA9BFAC19}" srcId="{C277BB66-06BA-4CE0-83ED-8CC9B1D8846A}" destId="{7A59AA57-F1CF-4AD5-B1A2-B7374ADB994F}" srcOrd="0" destOrd="0" parTransId="{DB4FBC38-168B-43BE-A81A-A47C403331E8}" sibTransId="{48D0C4AB-E063-42AC-B9C1-F4E0660F0396}"/>
    <dgm:cxn modelId="{4B071AF2-96D0-4D3B-AFAE-36360866563D}" type="presOf" srcId="{7A59AA57-F1CF-4AD5-B1A2-B7374ADB994F}" destId="{D0A7E255-6951-472B-9E05-F523D5F2B0A3}" srcOrd="0" destOrd="0" presId="urn:microsoft.com/office/officeart/2018/2/layout/IconVerticalSolidList"/>
    <dgm:cxn modelId="{5FE28EF3-E8B2-4508-98A7-FEAE612A2839}" srcId="{AE0946B0-B5ED-4B86-B97A-51814DE88988}" destId="{5816FA37-1426-4C7D-8401-C72DF6429774}" srcOrd="0" destOrd="0" parTransId="{CDAAA1DF-B175-4C92-B1F4-3C3CA38E9E77}" sibTransId="{42839FC8-C874-4121-AA81-BE6EDDF3A42B}"/>
    <dgm:cxn modelId="{82CC2405-4555-4097-9468-E756DFDD1391}" type="presParOf" srcId="{72BE4BC6-134A-486E-A277-7D3B232E69A9}" destId="{C259BB27-66B8-40C6-855E-CCFCD15E4E83}" srcOrd="0" destOrd="0" presId="urn:microsoft.com/office/officeart/2018/2/layout/IconVerticalSolidList"/>
    <dgm:cxn modelId="{B99BEDEB-69A5-4769-8489-71C151A24A19}" type="presParOf" srcId="{C259BB27-66B8-40C6-855E-CCFCD15E4E83}" destId="{ECF204AC-D44B-46F3-9AD3-67CBF557032B}" srcOrd="0" destOrd="0" presId="urn:microsoft.com/office/officeart/2018/2/layout/IconVerticalSolidList"/>
    <dgm:cxn modelId="{14204141-8DE0-47F1-BEE7-8F9702EDB64C}" type="presParOf" srcId="{C259BB27-66B8-40C6-855E-CCFCD15E4E83}" destId="{A570FB3C-A0F0-4C6D-A32C-E6F671F0C4E3}" srcOrd="1" destOrd="0" presId="urn:microsoft.com/office/officeart/2018/2/layout/IconVerticalSolidList"/>
    <dgm:cxn modelId="{539408F0-C55B-4ADB-8B64-8EABA195BC2F}" type="presParOf" srcId="{C259BB27-66B8-40C6-855E-CCFCD15E4E83}" destId="{E038C26D-9D1E-4DBD-8FFF-7DC0B3B81D4D}" srcOrd="2" destOrd="0" presId="urn:microsoft.com/office/officeart/2018/2/layout/IconVerticalSolidList"/>
    <dgm:cxn modelId="{AD01EFC9-DB87-4163-9D91-0E997CDCDD35}" type="presParOf" srcId="{C259BB27-66B8-40C6-855E-CCFCD15E4E83}" destId="{0B1B2388-94B4-469A-9E11-8E92C5530151}" srcOrd="3" destOrd="0" presId="urn:microsoft.com/office/officeart/2018/2/layout/IconVerticalSolidList"/>
    <dgm:cxn modelId="{1B01E7E7-EC6D-4915-B6F0-4429C3CF2D9B}" type="presParOf" srcId="{C259BB27-66B8-40C6-855E-CCFCD15E4E83}" destId="{C51F72DF-B336-4F7F-BDF5-B8A1950399F1}" srcOrd="4" destOrd="0" presId="urn:microsoft.com/office/officeart/2018/2/layout/IconVerticalSolidList"/>
    <dgm:cxn modelId="{650AE609-E9FB-44B4-B0EA-391081732FD7}" type="presParOf" srcId="{72BE4BC6-134A-486E-A277-7D3B232E69A9}" destId="{8C98891D-3EBE-4D73-BAD6-98F8BAFDD635}" srcOrd="1" destOrd="0" presId="urn:microsoft.com/office/officeart/2018/2/layout/IconVerticalSolidList"/>
    <dgm:cxn modelId="{3BF61C47-3E4E-4ACF-8EDF-E0839559E8E1}" type="presParOf" srcId="{72BE4BC6-134A-486E-A277-7D3B232E69A9}" destId="{18B2C9CF-8092-4B66-8253-5AD22F29A1A1}" srcOrd="2" destOrd="0" presId="urn:microsoft.com/office/officeart/2018/2/layout/IconVerticalSolidList"/>
    <dgm:cxn modelId="{52D9716A-A7D1-48BA-8B8F-A7E3336F89E2}" type="presParOf" srcId="{18B2C9CF-8092-4B66-8253-5AD22F29A1A1}" destId="{D5527CDB-B56D-436D-BB05-ED0FCCA55B52}" srcOrd="0" destOrd="0" presId="urn:microsoft.com/office/officeart/2018/2/layout/IconVerticalSolidList"/>
    <dgm:cxn modelId="{A2D0176E-1318-4B13-BF7D-E7821013A0B0}" type="presParOf" srcId="{18B2C9CF-8092-4B66-8253-5AD22F29A1A1}" destId="{2BC612D8-6636-44AC-A6F0-E4716D1874EA}" srcOrd="1" destOrd="0" presId="urn:microsoft.com/office/officeart/2018/2/layout/IconVerticalSolidList"/>
    <dgm:cxn modelId="{432B3856-2D2C-4002-A9E2-C095E8F82694}" type="presParOf" srcId="{18B2C9CF-8092-4B66-8253-5AD22F29A1A1}" destId="{0A22C784-1A2A-4E7C-B096-807682A3F4AB}" srcOrd="2" destOrd="0" presId="urn:microsoft.com/office/officeart/2018/2/layout/IconVerticalSolidList"/>
    <dgm:cxn modelId="{80E79D65-4118-481E-B52B-DF52D03E35C4}" type="presParOf" srcId="{18B2C9CF-8092-4B66-8253-5AD22F29A1A1}" destId="{7ABB3332-67FB-4093-8F52-4293D04AC59A}" srcOrd="3" destOrd="0" presId="urn:microsoft.com/office/officeart/2018/2/layout/IconVerticalSolidList"/>
    <dgm:cxn modelId="{A5D9903C-6ADC-441F-AC54-F42DB052B9EE}" type="presParOf" srcId="{18B2C9CF-8092-4B66-8253-5AD22F29A1A1}" destId="{B114B8C3-9907-48D3-AA51-931A7C5681A1}" srcOrd="4" destOrd="0" presId="urn:microsoft.com/office/officeart/2018/2/layout/IconVerticalSolidList"/>
    <dgm:cxn modelId="{F2A89E47-F9D4-4E7A-BBD6-85EA8127D9F4}" type="presParOf" srcId="{72BE4BC6-134A-486E-A277-7D3B232E69A9}" destId="{0E49DB9D-7137-461F-8F1B-D717373D793C}" srcOrd="3" destOrd="0" presId="urn:microsoft.com/office/officeart/2018/2/layout/IconVerticalSolidList"/>
    <dgm:cxn modelId="{687A95DA-221E-4725-8B4E-765D22DFECAD}" type="presParOf" srcId="{72BE4BC6-134A-486E-A277-7D3B232E69A9}" destId="{18400916-32B9-4331-8C94-6A57CA355A16}" srcOrd="4" destOrd="0" presId="urn:microsoft.com/office/officeart/2018/2/layout/IconVerticalSolidList"/>
    <dgm:cxn modelId="{80E72522-57F3-4D65-9A8A-14D47FB03DF7}" type="presParOf" srcId="{18400916-32B9-4331-8C94-6A57CA355A16}" destId="{E5B20C7E-F91A-440F-A975-F9F765CDFBB4}" srcOrd="0" destOrd="0" presId="urn:microsoft.com/office/officeart/2018/2/layout/IconVerticalSolidList"/>
    <dgm:cxn modelId="{8DAE3B4F-BF69-44FB-912E-AE397CD861B0}" type="presParOf" srcId="{18400916-32B9-4331-8C94-6A57CA355A16}" destId="{94DECE8C-790B-43AB-8E2D-490224920630}" srcOrd="1" destOrd="0" presId="urn:microsoft.com/office/officeart/2018/2/layout/IconVerticalSolidList"/>
    <dgm:cxn modelId="{CBC65F92-2204-47BB-BD75-79788645D31E}" type="presParOf" srcId="{18400916-32B9-4331-8C94-6A57CA355A16}" destId="{B2DC9232-F1F3-4E12-865B-C949952D442D}" srcOrd="2" destOrd="0" presId="urn:microsoft.com/office/officeart/2018/2/layout/IconVerticalSolidList"/>
    <dgm:cxn modelId="{5BD88F7D-71E0-45FC-ADDE-68E15BB1BE0A}" type="presParOf" srcId="{18400916-32B9-4331-8C94-6A57CA355A16}" destId="{B3B63618-A9E8-40B8-9B5B-C8D858E10A51}" srcOrd="3" destOrd="0" presId="urn:microsoft.com/office/officeart/2018/2/layout/IconVerticalSolidList"/>
    <dgm:cxn modelId="{1EA9D977-3004-46AB-9A99-7F88D499101E}" type="presParOf" srcId="{18400916-32B9-4331-8C94-6A57CA355A16}" destId="{D0A7E255-6951-472B-9E05-F523D5F2B0A3}" srcOrd="4" destOrd="0" presId="urn:microsoft.com/office/officeart/2018/2/layout/IconVerticalSolidList"/>
    <dgm:cxn modelId="{E7BEFAAE-E9B5-428C-B224-C3884A4534BC}" type="presParOf" srcId="{72BE4BC6-134A-486E-A277-7D3B232E69A9}" destId="{744FE9DD-556F-4E3D-A027-14230388C22A}" srcOrd="5" destOrd="0" presId="urn:microsoft.com/office/officeart/2018/2/layout/IconVerticalSolidList"/>
    <dgm:cxn modelId="{EEE05ADD-EA35-45DE-8617-A4C169A531EF}" type="presParOf" srcId="{72BE4BC6-134A-486E-A277-7D3B232E69A9}" destId="{7370CF8D-AB68-42F5-B979-4D4A2DDE9415}" srcOrd="6" destOrd="0" presId="urn:microsoft.com/office/officeart/2018/2/layout/IconVerticalSolidList"/>
    <dgm:cxn modelId="{CC9E637D-65C2-411D-8097-2127CAF893F6}" type="presParOf" srcId="{7370CF8D-AB68-42F5-B979-4D4A2DDE9415}" destId="{EA0638DB-7220-4400-BAB0-226A30A1128C}" srcOrd="0" destOrd="0" presId="urn:microsoft.com/office/officeart/2018/2/layout/IconVerticalSolidList"/>
    <dgm:cxn modelId="{1D7713D5-9C3C-4D4D-9433-A9B9530507B6}" type="presParOf" srcId="{7370CF8D-AB68-42F5-B979-4D4A2DDE9415}" destId="{356E1641-926D-4E86-B354-8A3758C96A94}" srcOrd="1" destOrd="0" presId="urn:microsoft.com/office/officeart/2018/2/layout/IconVerticalSolidList"/>
    <dgm:cxn modelId="{40BBB668-7221-4966-9B32-9278A9D244B3}" type="presParOf" srcId="{7370CF8D-AB68-42F5-B979-4D4A2DDE9415}" destId="{5CEE001F-CEDB-46FF-AE3D-601FAD7A5E54}" srcOrd="2" destOrd="0" presId="urn:microsoft.com/office/officeart/2018/2/layout/IconVerticalSolidList"/>
    <dgm:cxn modelId="{01BF44E1-AD2D-47D0-9F65-7AE2A2349924}" type="presParOf" srcId="{7370CF8D-AB68-42F5-B979-4D4A2DDE9415}" destId="{E28709AB-B09B-4B64-9252-92C623801AC6}" srcOrd="3" destOrd="0" presId="urn:microsoft.com/office/officeart/2018/2/layout/IconVerticalSolidList"/>
    <dgm:cxn modelId="{764061CA-1B30-439A-B8DD-C7223325CF2E}" type="presParOf" srcId="{7370CF8D-AB68-42F5-B979-4D4A2DDE9415}" destId="{C1A6DE76-2F20-46C7-AA97-C9255F684F1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F116AF-C4C4-41CA-BF1A-6FCB5DC8CBDE}">
      <dsp:nvSpPr>
        <dsp:cNvPr id="0" name=""/>
        <dsp:cNvSpPr/>
      </dsp:nvSpPr>
      <dsp:spPr>
        <a:xfrm>
          <a:off x="0" y="3785"/>
          <a:ext cx="10927829" cy="8811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DD6419-881E-4405-AC6A-3AB4A9C53D8C}">
      <dsp:nvSpPr>
        <dsp:cNvPr id="0" name=""/>
        <dsp:cNvSpPr/>
      </dsp:nvSpPr>
      <dsp:spPr>
        <a:xfrm>
          <a:off x="266533" y="202033"/>
          <a:ext cx="484605" cy="4846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F5467-4684-41A4-A2CC-1545C23E2C60}">
      <dsp:nvSpPr>
        <dsp:cNvPr id="0" name=""/>
        <dsp:cNvSpPr/>
      </dsp:nvSpPr>
      <dsp:spPr>
        <a:xfrm>
          <a:off x="1017672" y="3785"/>
          <a:ext cx="4917523" cy="88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50" tIns="93250" rIns="93250" bIns="9325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Aptos Display" panose="020F0302020204030204"/>
            </a:rPr>
            <a:t>Programming</a:t>
          </a:r>
          <a:r>
            <a:rPr lang="en-US" sz="3200" b="1" kern="1200" dirty="0"/>
            <a:t> &amp; DB</a:t>
          </a:r>
        </a:p>
      </dsp:txBody>
      <dsp:txXfrm>
        <a:off x="1017672" y="3785"/>
        <a:ext cx="4917523" cy="881101"/>
      </dsp:txXfrm>
    </dsp:sp>
    <dsp:sp modelId="{C5C4F0ED-09EC-4143-8FEC-4CCA1FFCD481}">
      <dsp:nvSpPr>
        <dsp:cNvPr id="0" name=""/>
        <dsp:cNvSpPr/>
      </dsp:nvSpPr>
      <dsp:spPr>
        <a:xfrm>
          <a:off x="5935195" y="3785"/>
          <a:ext cx="4991638" cy="88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50" tIns="93250" rIns="93250" bIns="9325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F0302020204030204"/>
            </a:rPr>
            <a:t>Java, JDBC, Spring Boot framework,JavaScript, css,</a:t>
          </a:r>
          <a:r>
            <a:rPr lang="en-US" sz="2000" kern="1200" dirty="0">
              <a:latin typeface="Calibri"/>
              <a:ea typeface="Calibri"/>
              <a:cs typeface="Calibri"/>
            </a:rPr>
            <a:t>MYSQL,Thymeleaf</a:t>
          </a:r>
        </a:p>
      </dsp:txBody>
      <dsp:txXfrm>
        <a:off x="5935195" y="3785"/>
        <a:ext cx="4991638" cy="881101"/>
      </dsp:txXfrm>
    </dsp:sp>
    <dsp:sp modelId="{F1D2A3CF-11EF-423A-BAA1-CD2695035F0B}">
      <dsp:nvSpPr>
        <dsp:cNvPr id="0" name=""/>
        <dsp:cNvSpPr/>
      </dsp:nvSpPr>
      <dsp:spPr>
        <a:xfrm>
          <a:off x="0" y="1105162"/>
          <a:ext cx="10927829" cy="8811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95F1F-9019-4441-B19C-7A50F0724780}">
      <dsp:nvSpPr>
        <dsp:cNvPr id="0" name=""/>
        <dsp:cNvSpPr/>
      </dsp:nvSpPr>
      <dsp:spPr>
        <a:xfrm>
          <a:off x="266533" y="1303410"/>
          <a:ext cx="484605" cy="4846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B6677-4E31-4F4E-8AE9-6320A658DBCD}">
      <dsp:nvSpPr>
        <dsp:cNvPr id="0" name=""/>
        <dsp:cNvSpPr/>
      </dsp:nvSpPr>
      <dsp:spPr>
        <a:xfrm>
          <a:off x="1017672" y="1105162"/>
          <a:ext cx="4917523" cy="88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50" tIns="93250" rIns="93250" bIns="932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Development Tools</a:t>
          </a:r>
        </a:p>
      </dsp:txBody>
      <dsp:txXfrm>
        <a:off x="1017672" y="1105162"/>
        <a:ext cx="4917523" cy="881101"/>
      </dsp:txXfrm>
    </dsp:sp>
    <dsp:sp modelId="{C53E987B-D0F2-4DAE-9401-95FF557E640C}">
      <dsp:nvSpPr>
        <dsp:cNvPr id="0" name=""/>
        <dsp:cNvSpPr/>
      </dsp:nvSpPr>
      <dsp:spPr>
        <a:xfrm>
          <a:off x="5935195" y="1105162"/>
          <a:ext cx="4991638" cy="88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50" tIns="93250" rIns="93250" bIns="9325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F0302020204030204"/>
            </a:rPr>
            <a:t>IntelliJ IDEA, GitHub</a:t>
          </a:r>
          <a:endParaRPr lang="en-US" sz="2000" kern="1200" dirty="0"/>
        </a:p>
      </dsp:txBody>
      <dsp:txXfrm>
        <a:off x="5935195" y="1105162"/>
        <a:ext cx="4991638" cy="881101"/>
      </dsp:txXfrm>
    </dsp:sp>
    <dsp:sp modelId="{25648A1B-830A-4AD8-9B4C-58709DA249A1}">
      <dsp:nvSpPr>
        <dsp:cNvPr id="0" name=""/>
        <dsp:cNvSpPr/>
      </dsp:nvSpPr>
      <dsp:spPr>
        <a:xfrm>
          <a:off x="0" y="2206540"/>
          <a:ext cx="10927829" cy="8811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EED332-3AAD-42D0-8404-9C6502223DF0}">
      <dsp:nvSpPr>
        <dsp:cNvPr id="0" name=""/>
        <dsp:cNvSpPr/>
      </dsp:nvSpPr>
      <dsp:spPr>
        <a:xfrm>
          <a:off x="266533" y="2404788"/>
          <a:ext cx="484605" cy="4846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29177-38D9-424D-BFFA-D56840E81B6E}">
      <dsp:nvSpPr>
        <dsp:cNvPr id="0" name=""/>
        <dsp:cNvSpPr/>
      </dsp:nvSpPr>
      <dsp:spPr>
        <a:xfrm>
          <a:off x="1017672" y="2206540"/>
          <a:ext cx="4917523" cy="88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50" tIns="93250" rIns="93250" bIns="932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Testing Frameworks</a:t>
          </a:r>
        </a:p>
      </dsp:txBody>
      <dsp:txXfrm>
        <a:off x="1017672" y="2206540"/>
        <a:ext cx="4917523" cy="881101"/>
      </dsp:txXfrm>
    </dsp:sp>
    <dsp:sp modelId="{BCE388B1-D045-441F-98B4-0E0A45E2E155}">
      <dsp:nvSpPr>
        <dsp:cNvPr id="0" name=""/>
        <dsp:cNvSpPr/>
      </dsp:nvSpPr>
      <dsp:spPr>
        <a:xfrm>
          <a:off x="5935195" y="2206540"/>
          <a:ext cx="4991638" cy="88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50" tIns="93250" rIns="93250" bIns="9325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F0302020204030204"/>
            </a:rPr>
            <a:t>JUnit &amp; Mockito</a:t>
          </a:r>
          <a:endParaRPr lang="en-US" sz="2000" kern="1200" dirty="0"/>
        </a:p>
      </dsp:txBody>
      <dsp:txXfrm>
        <a:off x="5935195" y="2206540"/>
        <a:ext cx="4991638" cy="881101"/>
      </dsp:txXfrm>
    </dsp:sp>
    <dsp:sp modelId="{D8486D3B-EEFB-4DE8-9D54-40C2F5B8910F}">
      <dsp:nvSpPr>
        <dsp:cNvPr id="0" name=""/>
        <dsp:cNvSpPr/>
      </dsp:nvSpPr>
      <dsp:spPr>
        <a:xfrm>
          <a:off x="0" y="3307917"/>
          <a:ext cx="10927829" cy="8811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32BDD8-89F3-4318-929F-F119C31A6530}">
      <dsp:nvSpPr>
        <dsp:cNvPr id="0" name=""/>
        <dsp:cNvSpPr/>
      </dsp:nvSpPr>
      <dsp:spPr>
        <a:xfrm>
          <a:off x="266533" y="3506165"/>
          <a:ext cx="484605" cy="4846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BBD8E-4413-478A-BB48-9376B9FEC893}">
      <dsp:nvSpPr>
        <dsp:cNvPr id="0" name=""/>
        <dsp:cNvSpPr/>
      </dsp:nvSpPr>
      <dsp:spPr>
        <a:xfrm>
          <a:off x="1017672" y="3307917"/>
          <a:ext cx="4917523" cy="88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50" tIns="93250" rIns="93250" bIns="932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Aptos Display" panose="020F0302020204030204"/>
            </a:rPr>
            <a:t>  </a:t>
          </a:r>
          <a:r>
            <a:rPr lang="en-US" sz="2200" b="1" kern="1200" dirty="0"/>
            <a:t>Additional Utilities</a:t>
          </a:r>
        </a:p>
      </dsp:txBody>
      <dsp:txXfrm>
        <a:off x="1017672" y="3307917"/>
        <a:ext cx="4917523" cy="881101"/>
      </dsp:txXfrm>
    </dsp:sp>
    <dsp:sp modelId="{41DB5563-86C8-41EB-9D31-E493C67BAD9E}">
      <dsp:nvSpPr>
        <dsp:cNvPr id="0" name=""/>
        <dsp:cNvSpPr/>
      </dsp:nvSpPr>
      <dsp:spPr>
        <a:xfrm>
          <a:off x="5935195" y="3307917"/>
          <a:ext cx="4991638" cy="881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250" tIns="93250" rIns="93250" bIns="9325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 Display" panose="020F0302020204030204"/>
            </a:rPr>
            <a:t>CSV(</a:t>
          </a:r>
          <a:r>
            <a:rPr lang="en-US" sz="2000" kern="1200" dirty="0" err="1">
              <a:latin typeface="Aptos Display" panose="020F0302020204030204"/>
            </a:rPr>
            <a:t>OpenCSV</a:t>
          </a:r>
          <a:r>
            <a:rPr lang="en-US" sz="2000" kern="1200" dirty="0">
              <a:latin typeface="Aptos Display" panose="020F0302020204030204"/>
            </a:rPr>
            <a:t> library),</a:t>
          </a:r>
          <a:r>
            <a:rPr lang="en-US" sz="2400" kern="1200" dirty="0">
              <a:latin typeface="Aptos Display" panose="020F0302020204030204"/>
            </a:rPr>
            <a:t>Java Email API</a:t>
          </a:r>
          <a:br>
            <a:rPr lang="en-US" sz="2200" kern="1200" dirty="0"/>
          </a:br>
          <a:r>
            <a:rPr lang="en-US" sz="2200" kern="1200" dirty="0">
              <a:latin typeface="Aptos Display" panose="020F0302020204030204"/>
            </a:rPr>
            <a:t>    </a:t>
          </a:r>
          <a:endParaRPr lang="en-US" sz="2000" kern="1200" dirty="0">
            <a:latin typeface="Calibri"/>
            <a:ea typeface="Calibri"/>
            <a:cs typeface="Calibri"/>
          </a:endParaRPr>
        </a:p>
      </dsp:txBody>
      <dsp:txXfrm>
        <a:off x="5935195" y="3307917"/>
        <a:ext cx="4991638" cy="8811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A6891-F8DE-487A-B9FC-80E9DE8475D6}">
      <dsp:nvSpPr>
        <dsp:cNvPr id="0" name=""/>
        <dsp:cNvSpPr/>
      </dsp:nvSpPr>
      <dsp:spPr>
        <a:xfrm>
          <a:off x="0" y="5319"/>
          <a:ext cx="10927829" cy="697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3A6D8-6401-469F-91E7-0E478A1A7EE2}">
      <dsp:nvSpPr>
        <dsp:cNvPr id="0" name=""/>
        <dsp:cNvSpPr/>
      </dsp:nvSpPr>
      <dsp:spPr>
        <a:xfrm>
          <a:off x="210850" y="162150"/>
          <a:ext cx="383365" cy="3833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A1346-AC9A-4C52-AC0D-9229D360C4CF}">
      <dsp:nvSpPr>
        <dsp:cNvPr id="0" name=""/>
        <dsp:cNvSpPr/>
      </dsp:nvSpPr>
      <dsp:spPr>
        <a:xfrm>
          <a:off x="805066" y="5319"/>
          <a:ext cx="4917523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Calibri"/>
              <a:ea typeface="Calibri"/>
              <a:cs typeface="Calibri"/>
            </a:rPr>
            <a:t>Task Manager</a:t>
          </a:r>
          <a:endParaRPr lang="en-US" sz="3200" b="1" kern="1200" dirty="0"/>
        </a:p>
      </dsp:txBody>
      <dsp:txXfrm>
        <a:off x="805066" y="5319"/>
        <a:ext cx="4917523" cy="697027"/>
      </dsp:txXfrm>
    </dsp:sp>
    <dsp:sp modelId="{5B737D47-8EDA-40F6-9686-A4C143A1024C}">
      <dsp:nvSpPr>
        <dsp:cNvPr id="0" name=""/>
        <dsp:cNvSpPr/>
      </dsp:nvSpPr>
      <dsp:spPr>
        <a:xfrm>
          <a:off x="5722589" y="5319"/>
          <a:ext cx="5204452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Create, update, delete, and categorize tasks.</a:t>
          </a:r>
        </a:p>
      </dsp:txBody>
      <dsp:txXfrm>
        <a:off x="5722589" y="5319"/>
        <a:ext cx="5204452" cy="697027"/>
      </dsp:txXfrm>
    </dsp:sp>
    <dsp:sp modelId="{89E94183-0B2D-49FF-9D49-2F580A03C740}">
      <dsp:nvSpPr>
        <dsp:cNvPr id="0" name=""/>
        <dsp:cNvSpPr/>
      </dsp:nvSpPr>
      <dsp:spPr>
        <a:xfrm>
          <a:off x="0" y="876604"/>
          <a:ext cx="10927829" cy="697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9B9C1-7D0D-4F23-9A29-AEF220712837}">
      <dsp:nvSpPr>
        <dsp:cNvPr id="0" name=""/>
        <dsp:cNvSpPr/>
      </dsp:nvSpPr>
      <dsp:spPr>
        <a:xfrm>
          <a:off x="210850" y="1033435"/>
          <a:ext cx="383365" cy="3833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E228B-4599-47B6-B3CF-410C3AAC1CDF}">
      <dsp:nvSpPr>
        <dsp:cNvPr id="0" name=""/>
        <dsp:cNvSpPr/>
      </dsp:nvSpPr>
      <dsp:spPr>
        <a:xfrm>
          <a:off x="805066" y="876604"/>
          <a:ext cx="4917523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Auth &amp; OTP</a:t>
          </a:r>
        </a:p>
      </dsp:txBody>
      <dsp:txXfrm>
        <a:off x="805066" y="876604"/>
        <a:ext cx="4917523" cy="697027"/>
      </dsp:txXfrm>
    </dsp:sp>
    <dsp:sp modelId="{48681BA2-B4C7-487F-8899-89F619F158AF}">
      <dsp:nvSpPr>
        <dsp:cNvPr id="0" name=""/>
        <dsp:cNvSpPr/>
      </dsp:nvSpPr>
      <dsp:spPr>
        <a:xfrm>
          <a:off x="5722589" y="876604"/>
          <a:ext cx="5204452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Secure login with email-based One-Time Passwords for verification.</a:t>
          </a:r>
        </a:p>
      </dsp:txBody>
      <dsp:txXfrm>
        <a:off x="5722589" y="876604"/>
        <a:ext cx="5204452" cy="697027"/>
      </dsp:txXfrm>
    </dsp:sp>
    <dsp:sp modelId="{A7610CFA-4826-4371-B3D8-1C6055FD1C41}">
      <dsp:nvSpPr>
        <dsp:cNvPr id="0" name=""/>
        <dsp:cNvSpPr/>
      </dsp:nvSpPr>
      <dsp:spPr>
        <a:xfrm>
          <a:off x="0" y="1747888"/>
          <a:ext cx="10927829" cy="697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87225-EEFB-4B51-8011-6E6D9595E816}">
      <dsp:nvSpPr>
        <dsp:cNvPr id="0" name=""/>
        <dsp:cNvSpPr/>
      </dsp:nvSpPr>
      <dsp:spPr>
        <a:xfrm>
          <a:off x="210850" y="1904719"/>
          <a:ext cx="383365" cy="3833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43838-79D2-4DD4-A13A-8C40BE7A8869}">
      <dsp:nvSpPr>
        <dsp:cNvPr id="0" name=""/>
        <dsp:cNvSpPr/>
      </dsp:nvSpPr>
      <dsp:spPr>
        <a:xfrm>
          <a:off x="805066" y="1747888"/>
          <a:ext cx="4917523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Export Module</a:t>
          </a:r>
        </a:p>
      </dsp:txBody>
      <dsp:txXfrm>
        <a:off x="805066" y="1747888"/>
        <a:ext cx="4917523" cy="697027"/>
      </dsp:txXfrm>
    </dsp:sp>
    <dsp:sp modelId="{A6C84BB2-ADA9-4F6F-AE0F-E978BE88C589}">
      <dsp:nvSpPr>
        <dsp:cNvPr id="0" name=""/>
        <dsp:cNvSpPr/>
      </dsp:nvSpPr>
      <dsp:spPr>
        <a:xfrm>
          <a:off x="5722589" y="1747888"/>
          <a:ext cx="5204452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Generate and download CSV files of task history.</a:t>
          </a:r>
        </a:p>
      </dsp:txBody>
      <dsp:txXfrm>
        <a:off x="5722589" y="1747888"/>
        <a:ext cx="5204452" cy="697027"/>
      </dsp:txXfrm>
    </dsp:sp>
    <dsp:sp modelId="{E451F194-05EA-49A2-8A55-AC99EECD8F52}">
      <dsp:nvSpPr>
        <dsp:cNvPr id="0" name=""/>
        <dsp:cNvSpPr/>
      </dsp:nvSpPr>
      <dsp:spPr>
        <a:xfrm>
          <a:off x="0" y="2619173"/>
          <a:ext cx="10927829" cy="697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42BFD-22C3-4F24-A29D-34D788A8D1DB}">
      <dsp:nvSpPr>
        <dsp:cNvPr id="0" name=""/>
        <dsp:cNvSpPr/>
      </dsp:nvSpPr>
      <dsp:spPr>
        <a:xfrm>
          <a:off x="210850" y="2776004"/>
          <a:ext cx="383365" cy="3833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7D713-78AD-41E7-87D4-0927723E1DFB}">
      <dsp:nvSpPr>
        <dsp:cNvPr id="0" name=""/>
        <dsp:cNvSpPr/>
      </dsp:nvSpPr>
      <dsp:spPr>
        <a:xfrm>
          <a:off x="805066" y="2619173"/>
          <a:ext cx="4917523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User Profile</a:t>
          </a:r>
        </a:p>
      </dsp:txBody>
      <dsp:txXfrm>
        <a:off x="805066" y="2619173"/>
        <a:ext cx="4917523" cy="697027"/>
      </dsp:txXfrm>
    </dsp:sp>
    <dsp:sp modelId="{215BD62B-590A-4FDF-8D4C-1E7EE141CBB4}">
      <dsp:nvSpPr>
        <dsp:cNvPr id="0" name=""/>
        <dsp:cNvSpPr/>
      </dsp:nvSpPr>
      <dsp:spPr>
        <a:xfrm>
          <a:off x="5722589" y="2619173"/>
          <a:ext cx="5204452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Customize personal settings and notification preferences.</a:t>
          </a:r>
        </a:p>
      </dsp:txBody>
      <dsp:txXfrm>
        <a:off x="5722589" y="2619173"/>
        <a:ext cx="5204452" cy="697027"/>
      </dsp:txXfrm>
    </dsp:sp>
    <dsp:sp modelId="{6210453B-2922-4ED8-80C8-26B7616FE3E0}">
      <dsp:nvSpPr>
        <dsp:cNvPr id="0" name=""/>
        <dsp:cNvSpPr/>
      </dsp:nvSpPr>
      <dsp:spPr>
        <a:xfrm>
          <a:off x="0" y="3490457"/>
          <a:ext cx="10927829" cy="697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D6CCE-9C7C-418C-AF78-2B530CC66CEE}">
      <dsp:nvSpPr>
        <dsp:cNvPr id="0" name=""/>
        <dsp:cNvSpPr/>
      </dsp:nvSpPr>
      <dsp:spPr>
        <a:xfrm>
          <a:off x="210850" y="3647288"/>
          <a:ext cx="383365" cy="38336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484CA-408B-4E8C-B845-5EF3AD163F89}">
      <dsp:nvSpPr>
        <dsp:cNvPr id="0" name=""/>
        <dsp:cNvSpPr/>
      </dsp:nvSpPr>
      <dsp:spPr>
        <a:xfrm>
          <a:off x="805066" y="3490457"/>
          <a:ext cx="4917523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Reminder Engine</a:t>
          </a:r>
        </a:p>
      </dsp:txBody>
      <dsp:txXfrm>
        <a:off x="805066" y="3490457"/>
        <a:ext cx="4917523" cy="697027"/>
      </dsp:txXfrm>
    </dsp:sp>
    <dsp:sp modelId="{9FD85E14-00C8-4F8A-AED6-C8440558CD2C}">
      <dsp:nvSpPr>
        <dsp:cNvPr id="0" name=""/>
        <dsp:cNvSpPr/>
      </dsp:nvSpPr>
      <dsp:spPr>
        <a:xfrm>
          <a:off x="5722589" y="3490457"/>
          <a:ext cx="5204452" cy="69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69" tIns="73769" rIns="73769" bIns="737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Background service for automated push/email alerts.</a:t>
          </a:r>
        </a:p>
      </dsp:txBody>
      <dsp:txXfrm>
        <a:off x="5722589" y="3490457"/>
        <a:ext cx="5204452" cy="6970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204AC-D44B-46F3-9AD3-67CBF557032B}">
      <dsp:nvSpPr>
        <dsp:cNvPr id="0" name=""/>
        <dsp:cNvSpPr/>
      </dsp:nvSpPr>
      <dsp:spPr>
        <a:xfrm>
          <a:off x="0" y="4978"/>
          <a:ext cx="6364224" cy="11587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0FB3C-A0F0-4C6D-A32C-E6F671F0C4E3}">
      <dsp:nvSpPr>
        <dsp:cNvPr id="0" name=""/>
        <dsp:cNvSpPr/>
      </dsp:nvSpPr>
      <dsp:spPr>
        <a:xfrm>
          <a:off x="350509" y="265688"/>
          <a:ext cx="637290" cy="6372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B2388-94B4-469A-9E11-8E92C5530151}">
      <dsp:nvSpPr>
        <dsp:cNvPr id="0" name=""/>
        <dsp:cNvSpPr/>
      </dsp:nvSpPr>
      <dsp:spPr>
        <a:xfrm>
          <a:off x="1338310" y="4978"/>
          <a:ext cx="2863900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ptos"/>
            </a:rPr>
            <a:t>AI Integration</a:t>
          </a:r>
          <a:endParaRPr lang="en-US" sz="2000" kern="1200" dirty="0"/>
        </a:p>
      </dsp:txBody>
      <dsp:txXfrm>
        <a:off x="1338310" y="4978"/>
        <a:ext cx="2863900" cy="1158710"/>
      </dsp:txXfrm>
    </dsp:sp>
    <dsp:sp modelId="{C51F72DF-B336-4F7F-BDF5-B8A1950399F1}">
      <dsp:nvSpPr>
        <dsp:cNvPr id="0" name=""/>
        <dsp:cNvSpPr/>
      </dsp:nvSpPr>
      <dsp:spPr>
        <a:xfrm>
          <a:off x="4202211" y="4978"/>
          <a:ext cx="2160704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"/>
            </a:rPr>
            <a:t>Smart task prioritization based on user behavior.</a:t>
          </a:r>
        </a:p>
      </dsp:txBody>
      <dsp:txXfrm>
        <a:off x="4202211" y="4978"/>
        <a:ext cx="2160704" cy="1158710"/>
      </dsp:txXfrm>
    </dsp:sp>
    <dsp:sp modelId="{D5527CDB-B56D-436D-BB05-ED0FCCA55B52}">
      <dsp:nvSpPr>
        <dsp:cNvPr id="0" name=""/>
        <dsp:cNvSpPr/>
      </dsp:nvSpPr>
      <dsp:spPr>
        <a:xfrm>
          <a:off x="0" y="1453366"/>
          <a:ext cx="6364224" cy="11587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612D8-6636-44AC-A6F0-E4716D1874EA}">
      <dsp:nvSpPr>
        <dsp:cNvPr id="0" name=""/>
        <dsp:cNvSpPr/>
      </dsp:nvSpPr>
      <dsp:spPr>
        <a:xfrm>
          <a:off x="350509" y="1714076"/>
          <a:ext cx="637290" cy="6372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B3332-67FB-4093-8F52-4293D04AC59A}">
      <dsp:nvSpPr>
        <dsp:cNvPr id="0" name=""/>
        <dsp:cNvSpPr/>
      </dsp:nvSpPr>
      <dsp:spPr>
        <a:xfrm>
          <a:off x="1338310" y="1453366"/>
          <a:ext cx="2863900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ptos"/>
            </a:rPr>
            <a:t>Mobile App</a:t>
          </a:r>
          <a:endParaRPr lang="en-US" sz="2000" kern="1200" dirty="0"/>
        </a:p>
      </dsp:txBody>
      <dsp:txXfrm>
        <a:off x="1338310" y="1453366"/>
        <a:ext cx="2863900" cy="1158710"/>
      </dsp:txXfrm>
    </dsp:sp>
    <dsp:sp modelId="{B114B8C3-9907-48D3-AA51-931A7C5681A1}">
      <dsp:nvSpPr>
        <dsp:cNvPr id="0" name=""/>
        <dsp:cNvSpPr/>
      </dsp:nvSpPr>
      <dsp:spPr>
        <a:xfrm>
          <a:off x="4202211" y="1453366"/>
          <a:ext cx="2160704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"/>
            </a:rPr>
            <a:t>Developing a native iOS/Android version for on-the-go alerts.</a:t>
          </a:r>
        </a:p>
      </dsp:txBody>
      <dsp:txXfrm>
        <a:off x="4202211" y="1453366"/>
        <a:ext cx="2160704" cy="1158710"/>
      </dsp:txXfrm>
    </dsp:sp>
    <dsp:sp modelId="{E5B20C7E-F91A-440F-A975-F9F765CDFBB4}">
      <dsp:nvSpPr>
        <dsp:cNvPr id="0" name=""/>
        <dsp:cNvSpPr/>
      </dsp:nvSpPr>
      <dsp:spPr>
        <a:xfrm>
          <a:off x="0" y="2901754"/>
          <a:ext cx="6364224" cy="11587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ECE8C-790B-43AB-8E2D-490224920630}">
      <dsp:nvSpPr>
        <dsp:cNvPr id="0" name=""/>
        <dsp:cNvSpPr/>
      </dsp:nvSpPr>
      <dsp:spPr>
        <a:xfrm>
          <a:off x="350509" y="3162464"/>
          <a:ext cx="637290" cy="6372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63618-A9E8-40B8-9B5B-C8D858E10A51}">
      <dsp:nvSpPr>
        <dsp:cNvPr id="0" name=""/>
        <dsp:cNvSpPr/>
      </dsp:nvSpPr>
      <dsp:spPr>
        <a:xfrm>
          <a:off x="1338310" y="2901754"/>
          <a:ext cx="2863900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ptos"/>
            </a:rPr>
            <a:t>Collaboration</a:t>
          </a:r>
          <a:endParaRPr lang="en-US" sz="2000" kern="1200" dirty="0"/>
        </a:p>
      </dsp:txBody>
      <dsp:txXfrm>
        <a:off x="1338310" y="2901754"/>
        <a:ext cx="2863900" cy="1158710"/>
      </dsp:txXfrm>
    </dsp:sp>
    <dsp:sp modelId="{D0A7E255-6951-472B-9E05-F523D5F2B0A3}">
      <dsp:nvSpPr>
        <dsp:cNvPr id="0" name=""/>
        <dsp:cNvSpPr/>
      </dsp:nvSpPr>
      <dsp:spPr>
        <a:xfrm>
          <a:off x="4202211" y="2901754"/>
          <a:ext cx="2160704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"/>
            </a:rPr>
            <a:t>Adding "Team Spaces" for shared tasks and group reminders.</a:t>
          </a:r>
          <a:endParaRPr lang="en-US" sz="1800" kern="1200" dirty="0">
            <a:latin typeface="Aptos Display"/>
          </a:endParaRPr>
        </a:p>
      </dsp:txBody>
      <dsp:txXfrm>
        <a:off x="4202211" y="2901754"/>
        <a:ext cx="2160704" cy="1158710"/>
      </dsp:txXfrm>
    </dsp:sp>
    <dsp:sp modelId="{EA0638DB-7220-4400-BAB0-226A30A1128C}">
      <dsp:nvSpPr>
        <dsp:cNvPr id="0" name=""/>
        <dsp:cNvSpPr/>
      </dsp:nvSpPr>
      <dsp:spPr>
        <a:xfrm>
          <a:off x="0" y="4350142"/>
          <a:ext cx="6364224" cy="11587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E1641-926D-4E86-B354-8A3758C96A94}">
      <dsp:nvSpPr>
        <dsp:cNvPr id="0" name=""/>
        <dsp:cNvSpPr/>
      </dsp:nvSpPr>
      <dsp:spPr>
        <a:xfrm>
          <a:off x="350509" y="4610852"/>
          <a:ext cx="637290" cy="6372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709AB-B09B-4B64-9252-92C623801AC6}">
      <dsp:nvSpPr>
        <dsp:cNvPr id="0" name=""/>
        <dsp:cNvSpPr/>
      </dsp:nvSpPr>
      <dsp:spPr>
        <a:xfrm>
          <a:off x="1338310" y="4350142"/>
          <a:ext cx="2863900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ptos"/>
              <a:ea typeface="Calibri"/>
              <a:cs typeface="Calibri"/>
            </a:rPr>
            <a:t>Voice Commands</a:t>
          </a:r>
        </a:p>
      </dsp:txBody>
      <dsp:txXfrm>
        <a:off x="1338310" y="4350142"/>
        <a:ext cx="2863900" cy="1158710"/>
      </dsp:txXfrm>
    </dsp:sp>
    <dsp:sp modelId="{C1A6DE76-2F20-46C7-AA97-C9255F684F1E}">
      <dsp:nvSpPr>
        <dsp:cNvPr id="0" name=""/>
        <dsp:cNvSpPr/>
      </dsp:nvSpPr>
      <dsp:spPr>
        <a:xfrm>
          <a:off x="4202211" y="4350142"/>
          <a:ext cx="2160704" cy="11587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30" tIns="122630" rIns="122630" bIns="12263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"/>
              <a:ea typeface="Calibri"/>
              <a:cs typeface="Calibri"/>
            </a:rPr>
            <a:t>Integration with Google Assistant and Alexa.</a:t>
          </a:r>
          <a:endParaRPr lang="en-US" sz="1800" kern="1200" dirty="0">
            <a:latin typeface="Aptos"/>
          </a:endParaRPr>
        </a:p>
      </dsp:txBody>
      <dsp:txXfrm>
        <a:off x="4202211" y="4350142"/>
        <a:ext cx="2160704" cy="11587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2.sv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5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image" Target="../media/image2.svg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image" Target="../media/image1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6.xml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image" Target="../media/image5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4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5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7.svg"/><Relationship Id="rId5" Type="http://schemas.openxmlformats.org/officeDocument/2006/relationships/tags" Target="../tags/tag36.xml"/><Relationship Id="rId10" Type="http://schemas.openxmlformats.org/officeDocument/2006/relationships/image" Target="../media/image6.png"/><Relationship Id="rId4" Type="http://schemas.openxmlformats.org/officeDocument/2006/relationships/tags" Target="../tags/tag35.xml"/><Relationship Id="rId9" Type="http://schemas.openxmlformats.org/officeDocument/2006/relationships/image" Target="../media/image2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image" Target="../media/image1.png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image" Target="../media/image5.jpeg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image" Target="../media/image2.sv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5.jpeg"/><Relationship Id="rId5" Type="http://schemas.openxmlformats.org/officeDocument/2006/relationships/tags" Target="../tags/tag53.xml"/><Relationship Id="rId10" Type="http://schemas.openxmlformats.org/officeDocument/2006/relationships/image" Target="../media/image2.svg"/><Relationship Id="rId4" Type="http://schemas.openxmlformats.org/officeDocument/2006/relationships/tags" Target="../tags/tag52.xml"/><Relationship Id="rId9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5.jpeg"/><Relationship Id="rId5" Type="http://schemas.openxmlformats.org/officeDocument/2006/relationships/tags" Target="../tags/tag60.xml"/><Relationship Id="rId10" Type="http://schemas.openxmlformats.org/officeDocument/2006/relationships/image" Target="../media/image2.svg"/><Relationship Id="rId4" Type="http://schemas.openxmlformats.org/officeDocument/2006/relationships/tags" Target="../tags/tag59.xml"/><Relationship Id="rId9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5.jpeg"/><Relationship Id="rId5" Type="http://schemas.openxmlformats.org/officeDocument/2006/relationships/tags" Target="../tags/tag67.xml"/><Relationship Id="rId10" Type="http://schemas.openxmlformats.org/officeDocument/2006/relationships/image" Target="../media/image2.svg"/><Relationship Id="rId4" Type="http://schemas.openxmlformats.org/officeDocument/2006/relationships/tags" Target="../tags/tag66.xml"/><Relationship Id="rId9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72.xml"/><Relationship Id="rId7" Type="http://schemas.openxmlformats.org/officeDocument/2006/relationships/image" Target="../media/image2.sv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76.xml"/><Relationship Id="rId7" Type="http://schemas.openxmlformats.org/officeDocument/2006/relationships/image" Target="../media/image2.sv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7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80.xml"/><Relationship Id="rId7" Type="http://schemas.openxmlformats.org/officeDocument/2006/relationships/image" Target="../media/image2.sv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8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84.xml"/><Relationship Id="rId7" Type="http://schemas.openxmlformats.org/officeDocument/2006/relationships/image" Target="../media/image2.sv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85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88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10" Type="http://schemas.openxmlformats.org/officeDocument/2006/relationships/image" Target="../media/image5.jpeg"/><Relationship Id="rId4" Type="http://schemas.openxmlformats.org/officeDocument/2006/relationships/tags" Target="../tags/tag89.xml"/><Relationship Id="rId9" Type="http://schemas.openxmlformats.org/officeDocument/2006/relationships/image" Target="../media/image2.sv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9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10" Type="http://schemas.openxmlformats.org/officeDocument/2006/relationships/image" Target="../media/image5.jpeg"/><Relationship Id="rId4" Type="http://schemas.openxmlformats.org/officeDocument/2006/relationships/tags" Target="../tags/tag95.xml"/><Relationship Id="rId9" Type="http://schemas.openxmlformats.org/officeDocument/2006/relationships/image" Target="../media/image2.sv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0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10" Type="http://schemas.openxmlformats.org/officeDocument/2006/relationships/image" Target="../media/image5.jpeg"/><Relationship Id="rId4" Type="http://schemas.openxmlformats.org/officeDocument/2006/relationships/tags" Target="../tags/tag101.xml"/><Relationship Id="rId9" Type="http://schemas.openxmlformats.org/officeDocument/2006/relationships/image" Target="../media/image2.sv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image" Target="../media/image5.jpeg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2.svg"/><Relationship Id="rId5" Type="http://schemas.openxmlformats.org/officeDocument/2006/relationships/tags" Target="../tags/tag108.xml"/><Relationship Id="rId10" Type="http://schemas.openxmlformats.org/officeDocument/2006/relationships/image" Target="../media/image1.png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image" Target="../media/image5.jpeg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image" Target="../media/image2.svg"/><Relationship Id="rId5" Type="http://schemas.openxmlformats.org/officeDocument/2006/relationships/tags" Target="../tags/tag116.xml"/><Relationship Id="rId10" Type="http://schemas.openxmlformats.org/officeDocument/2006/relationships/image" Target="../media/image1.png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image" Target="../media/image5.jpe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image" Target="../media/image2.svg"/><Relationship Id="rId5" Type="http://schemas.openxmlformats.org/officeDocument/2006/relationships/tags" Target="../tags/tag124.xml"/><Relationship Id="rId10" Type="http://schemas.openxmlformats.org/officeDocument/2006/relationships/image" Target="../media/image1.png"/><Relationship Id="rId4" Type="http://schemas.openxmlformats.org/officeDocument/2006/relationships/tags" Target="../tags/tag123.xml"/><Relationship Id="rId9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image" Target="../media/image2.svg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image" Target="../media/image1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Relationship Id="rId1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image" Target="../media/image2.svg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12" Type="http://schemas.openxmlformats.org/officeDocument/2006/relationships/image" Target="../media/image1.png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42.xml"/><Relationship Id="rId10" Type="http://schemas.openxmlformats.org/officeDocument/2006/relationships/tags" Target="../tags/tag147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image" Target="../media/image2.svg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image" Target="../media/image1.png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5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image" Target="../media/image5.jpe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60.xml"/><Relationship Id="rId7" Type="http://schemas.openxmlformats.org/officeDocument/2006/relationships/image" Target="../media/image1.png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slideMaster" Target="../slideMasters/slideMaster2.xml"/><Relationship Id="rId9" Type="http://schemas.openxmlformats.org/officeDocument/2006/relationships/image" Target="../media/image5.jpe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63.xml"/><Relationship Id="rId7" Type="http://schemas.openxmlformats.org/officeDocument/2006/relationships/image" Target="../media/image1.png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slideMaster" Target="../slideMasters/slideMaster2.xml"/><Relationship Id="rId9" Type="http://schemas.openxmlformats.org/officeDocument/2006/relationships/image" Target="../media/image5.jpe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image" Target="../media/image2.svg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image" Target="../media/image1.png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image" Target="../media/image9.svg"/><Relationship Id="rId5" Type="http://schemas.openxmlformats.org/officeDocument/2006/relationships/tags" Target="../tags/tag168.xml"/><Relationship Id="rId10" Type="http://schemas.openxmlformats.org/officeDocument/2006/relationships/image" Target="../media/image8.png"/><Relationship Id="rId4" Type="http://schemas.openxmlformats.org/officeDocument/2006/relationships/tags" Target="../tags/tag167.xml"/><Relationship Id="rId9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179.xml"/><Relationship Id="rId13" Type="http://schemas.openxmlformats.org/officeDocument/2006/relationships/image" Target="../media/image8.png"/><Relationship Id="rId3" Type="http://schemas.openxmlformats.org/officeDocument/2006/relationships/tags" Target="../tags/tag174.xml"/><Relationship Id="rId7" Type="http://schemas.openxmlformats.org/officeDocument/2006/relationships/tags" Target="../tags/tag178.xml"/><Relationship Id="rId12" Type="http://schemas.openxmlformats.org/officeDocument/2006/relationships/slideMaster" Target="../slideMasters/slideMaster2.xml"/><Relationship Id="rId17" Type="http://schemas.openxmlformats.org/officeDocument/2006/relationships/image" Target="../media/image5.jpeg"/><Relationship Id="rId2" Type="http://schemas.openxmlformats.org/officeDocument/2006/relationships/tags" Target="../tags/tag173.xml"/><Relationship Id="rId16" Type="http://schemas.openxmlformats.org/officeDocument/2006/relationships/image" Target="../media/image2.svg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11" Type="http://schemas.openxmlformats.org/officeDocument/2006/relationships/tags" Target="../tags/tag182.xml"/><Relationship Id="rId5" Type="http://schemas.openxmlformats.org/officeDocument/2006/relationships/tags" Target="../tags/tag176.xml"/><Relationship Id="rId15" Type="http://schemas.openxmlformats.org/officeDocument/2006/relationships/image" Target="../media/image1.png"/><Relationship Id="rId10" Type="http://schemas.openxmlformats.org/officeDocument/2006/relationships/tags" Target="../tags/tag181.xml"/><Relationship Id="rId4" Type="http://schemas.openxmlformats.org/officeDocument/2006/relationships/tags" Target="../tags/tag175.xml"/><Relationship Id="rId9" Type="http://schemas.openxmlformats.org/officeDocument/2006/relationships/tags" Target="../tags/tag180.xml"/><Relationship Id="rId14" Type="http://schemas.openxmlformats.org/officeDocument/2006/relationships/image" Target="../media/image9.sv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tags" Target="../tags/tag195.xml"/><Relationship Id="rId18" Type="http://schemas.openxmlformats.org/officeDocument/2006/relationships/image" Target="../media/image1.png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12" Type="http://schemas.openxmlformats.org/officeDocument/2006/relationships/tags" Target="../tags/tag194.xml"/><Relationship Id="rId17" Type="http://schemas.openxmlformats.org/officeDocument/2006/relationships/image" Target="../media/image9.svg"/><Relationship Id="rId2" Type="http://schemas.openxmlformats.org/officeDocument/2006/relationships/tags" Target="../tags/tag184.xml"/><Relationship Id="rId16" Type="http://schemas.openxmlformats.org/officeDocument/2006/relationships/image" Target="../media/image8.png"/><Relationship Id="rId20" Type="http://schemas.openxmlformats.org/officeDocument/2006/relationships/image" Target="../media/image5.jpeg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5" Type="http://schemas.openxmlformats.org/officeDocument/2006/relationships/tags" Target="../tags/tag187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92.xml"/><Relationship Id="rId19" Type="http://schemas.openxmlformats.org/officeDocument/2006/relationships/image" Target="../media/image2.svg"/><Relationship Id="rId4" Type="http://schemas.openxmlformats.org/officeDocument/2006/relationships/tags" Target="../tags/tag186.xml"/><Relationship Id="rId9" Type="http://schemas.openxmlformats.org/officeDocument/2006/relationships/tags" Target="../tags/tag191.xml"/><Relationship Id="rId14" Type="http://schemas.openxmlformats.org/officeDocument/2006/relationships/tags" Target="../tags/tag196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99.xml"/><Relationship Id="rId7" Type="http://schemas.openxmlformats.org/officeDocument/2006/relationships/image" Target="../media/image11.svg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image" Target="../media/image10.pn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5.jpeg"/><Relationship Id="rId4" Type="http://schemas.openxmlformats.org/officeDocument/2006/relationships/tags" Target="../tags/tag200.xml"/><Relationship Id="rId9" Type="http://schemas.openxmlformats.org/officeDocument/2006/relationships/image" Target="../media/image2.sv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03.xml"/><Relationship Id="rId7" Type="http://schemas.openxmlformats.org/officeDocument/2006/relationships/image" Target="../media/image11.svg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image" Target="../media/image10.pn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5.jpeg"/><Relationship Id="rId4" Type="http://schemas.openxmlformats.org/officeDocument/2006/relationships/tags" Target="../tags/tag204.xml"/><Relationship Id="rId9" Type="http://schemas.openxmlformats.org/officeDocument/2006/relationships/image" Target="../media/image2.sv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07.xml"/><Relationship Id="rId7" Type="http://schemas.openxmlformats.org/officeDocument/2006/relationships/image" Target="../media/image9.svg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image" Target="../media/image8.pn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5.jpeg"/><Relationship Id="rId4" Type="http://schemas.openxmlformats.org/officeDocument/2006/relationships/tags" Target="../tags/tag208.xml"/><Relationship Id="rId9" Type="http://schemas.openxmlformats.org/officeDocument/2006/relationships/image" Target="../media/image2.sv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11.xml"/><Relationship Id="rId7" Type="http://schemas.openxmlformats.org/officeDocument/2006/relationships/image" Target="../media/image9.svg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image" Target="../media/image8.pn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5.jpeg"/><Relationship Id="rId4" Type="http://schemas.openxmlformats.org/officeDocument/2006/relationships/tags" Target="../tags/tag212.xml"/><Relationship Id="rId9" Type="http://schemas.openxmlformats.org/officeDocument/2006/relationships/image" Target="../media/image2.sv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20.xml"/><Relationship Id="rId13" Type="http://schemas.openxmlformats.org/officeDocument/2006/relationships/image" Target="../media/image1.png"/><Relationship Id="rId3" Type="http://schemas.openxmlformats.org/officeDocument/2006/relationships/tags" Target="../tags/tag215.xml"/><Relationship Id="rId7" Type="http://schemas.openxmlformats.org/officeDocument/2006/relationships/tags" Target="../tags/tag219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5" Type="http://schemas.openxmlformats.org/officeDocument/2006/relationships/tags" Target="../tags/tag217.xml"/><Relationship Id="rId15" Type="http://schemas.openxmlformats.org/officeDocument/2006/relationships/image" Target="../media/image5.jpeg"/><Relationship Id="rId10" Type="http://schemas.openxmlformats.org/officeDocument/2006/relationships/tags" Target="../tags/tag222.xml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image" Target="../media/image2.sv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231.xml"/><Relationship Id="rId13" Type="http://schemas.openxmlformats.org/officeDocument/2006/relationships/tags" Target="../tags/tag236.xml"/><Relationship Id="rId18" Type="http://schemas.openxmlformats.org/officeDocument/2006/relationships/image" Target="../media/image5.jpeg"/><Relationship Id="rId3" Type="http://schemas.openxmlformats.org/officeDocument/2006/relationships/tags" Target="../tags/tag226.xml"/><Relationship Id="rId7" Type="http://schemas.openxmlformats.org/officeDocument/2006/relationships/tags" Target="../tags/tag230.xml"/><Relationship Id="rId12" Type="http://schemas.openxmlformats.org/officeDocument/2006/relationships/tags" Target="../tags/tag235.xml"/><Relationship Id="rId17" Type="http://schemas.openxmlformats.org/officeDocument/2006/relationships/image" Target="../media/image2.svg"/><Relationship Id="rId2" Type="http://schemas.openxmlformats.org/officeDocument/2006/relationships/tags" Target="../tags/tag225.xml"/><Relationship Id="rId16" Type="http://schemas.openxmlformats.org/officeDocument/2006/relationships/image" Target="../media/image1.png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11" Type="http://schemas.openxmlformats.org/officeDocument/2006/relationships/tags" Target="../tags/tag234.xml"/><Relationship Id="rId5" Type="http://schemas.openxmlformats.org/officeDocument/2006/relationships/tags" Target="../tags/tag228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33.xml"/><Relationship Id="rId4" Type="http://schemas.openxmlformats.org/officeDocument/2006/relationships/tags" Target="../tags/tag227.xml"/><Relationship Id="rId9" Type="http://schemas.openxmlformats.org/officeDocument/2006/relationships/tags" Target="../tags/tag232.xml"/><Relationship Id="rId14" Type="http://schemas.openxmlformats.org/officeDocument/2006/relationships/tags" Target="../tags/tag237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245.xml"/><Relationship Id="rId13" Type="http://schemas.openxmlformats.org/officeDocument/2006/relationships/tags" Target="../tags/tag250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240.xml"/><Relationship Id="rId21" Type="http://schemas.openxmlformats.org/officeDocument/2006/relationships/image" Target="../media/image5.jpeg"/><Relationship Id="rId7" Type="http://schemas.openxmlformats.org/officeDocument/2006/relationships/tags" Target="../tags/tag244.xml"/><Relationship Id="rId12" Type="http://schemas.openxmlformats.org/officeDocument/2006/relationships/tags" Target="../tags/tag249.xml"/><Relationship Id="rId17" Type="http://schemas.openxmlformats.org/officeDocument/2006/relationships/tags" Target="../tags/tag254.xml"/><Relationship Id="rId2" Type="http://schemas.openxmlformats.org/officeDocument/2006/relationships/tags" Target="../tags/tag239.xml"/><Relationship Id="rId16" Type="http://schemas.openxmlformats.org/officeDocument/2006/relationships/tags" Target="../tags/tag253.xml"/><Relationship Id="rId20" Type="http://schemas.openxmlformats.org/officeDocument/2006/relationships/image" Target="../media/image2.svg"/><Relationship Id="rId1" Type="http://schemas.openxmlformats.org/officeDocument/2006/relationships/tags" Target="../tags/tag238.xml"/><Relationship Id="rId6" Type="http://schemas.openxmlformats.org/officeDocument/2006/relationships/tags" Target="../tags/tag243.xml"/><Relationship Id="rId11" Type="http://schemas.openxmlformats.org/officeDocument/2006/relationships/tags" Target="../tags/tag248.xml"/><Relationship Id="rId5" Type="http://schemas.openxmlformats.org/officeDocument/2006/relationships/tags" Target="../tags/tag242.xml"/><Relationship Id="rId15" Type="http://schemas.openxmlformats.org/officeDocument/2006/relationships/tags" Target="../tags/tag252.xml"/><Relationship Id="rId10" Type="http://schemas.openxmlformats.org/officeDocument/2006/relationships/tags" Target="../tags/tag247.xml"/><Relationship Id="rId19" Type="http://schemas.openxmlformats.org/officeDocument/2006/relationships/image" Target="../media/image1.png"/><Relationship Id="rId4" Type="http://schemas.openxmlformats.org/officeDocument/2006/relationships/tags" Target="../tags/tag241.xml"/><Relationship Id="rId9" Type="http://schemas.openxmlformats.org/officeDocument/2006/relationships/tags" Target="../tags/tag246.xml"/><Relationship Id="rId14" Type="http://schemas.openxmlformats.org/officeDocument/2006/relationships/tags" Target="../tags/tag251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tags" Target="../tags/tag262.xml"/><Relationship Id="rId13" Type="http://schemas.openxmlformats.org/officeDocument/2006/relationships/tags" Target="../tags/tag267.xml"/><Relationship Id="rId18" Type="http://schemas.openxmlformats.org/officeDocument/2006/relationships/tags" Target="../tags/tag272.xml"/><Relationship Id="rId3" Type="http://schemas.openxmlformats.org/officeDocument/2006/relationships/tags" Target="../tags/tag257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261.xml"/><Relationship Id="rId12" Type="http://schemas.openxmlformats.org/officeDocument/2006/relationships/tags" Target="../tags/tag266.xml"/><Relationship Id="rId17" Type="http://schemas.openxmlformats.org/officeDocument/2006/relationships/tags" Target="../tags/tag271.xml"/><Relationship Id="rId2" Type="http://schemas.openxmlformats.org/officeDocument/2006/relationships/tags" Target="../tags/tag256.xml"/><Relationship Id="rId16" Type="http://schemas.openxmlformats.org/officeDocument/2006/relationships/tags" Target="../tags/tag270.xml"/><Relationship Id="rId20" Type="http://schemas.openxmlformats.org/officeDocument/2006/relationships/tags" Target="../tags/tag274.xml"/><Relationship Id="rId1" Type="http://schemas.openxmlformats.org/officeDocument/2006/relationships/tags" Target="../tags/tag255.xml"/><Relationship Id="rId6" Type="http://schemas.openxmlformats.org/officeDocument/2006/relationships/tags" Target="../tags/tag260.xml"/><Relationship Id="rId11" Type="http://schemas.openxmlformats.org/officeDocument/2006/relationships/tags" Target="../tags/tag265.xml"/><Relationship Id="rId24" Type="http://schemas.openxmlformats.org/officeDocument/2006/relationships/image" Target="../media/image5.jpeg"/><Relationship Id="rId5" Type="http://schemas.openxmlformats.org/officeDocument/2006/relationships/tags" Target="../tags/tag259.xml"/><Relationship Id="rId15" Type="http://schemas.openxmlformats.org/officeDocument/2006/relationships/tags" Target="../tags/tag269.xml"/><Relationship Id="rId23" Type="http://schemas.openxmlformats.org/officeDocument/2006/relationships/image" Target="../media/image2.svg"/><Relationship Id="rId10" Type="http://schemas.openxmlformats.org/officeDocument/2006/relationships/tags" Target="../tags/tag264.xml"/><Relationship Id="rId19" Type="http://schemas.openxmlformats.org/officeDocument/2006/relationships/tags" Target="../tags/tag273.xml"/><Relationship Id="rId4" Type="http://schemas.openxmlformats.org/officeDocument/2006/relationships/tags" Target="../tags/tag258.xml"/><Relationship Id="rId9" Type="http://schemas.openxmlformats.org/officeDocument/2006/relationships/tags" Target="../tags/tag263.xml"/><Relationship Id="rId14" Type="http://schemas.openxmlformats.org/officeDocument/2006/relationships/tags" Target="../tags/tag268.xml"/><Relationship Id="rId22" Type="http://schemas.openxmlformats.org/officeDocument/2006/relationships/image" Target="../media/image1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tags" Target="../tags/tag282.xml"/><Relationship Id="rId13" Type="http://schemas.openxmlformats.org/officeDocument/2006/relationships/image" Target="../media/image1.png"/><Relationship Id="rId3" Type="http://schemas.openxmlformats.org/officeDocument/2006/relationships/tags" Target="../tags/tag277.xml"/><Relationship Id="rId7" Type="http://schemas.openxmlformats.org/officeDocument/2006/relationships/tags" Target="../tags/tag281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11" Type="http://schemas.openxmlformats.org/officeDocument/2006/relationships/tags" Target="../tags/tag285.xml"/><Relationship Id="rId5" Type="http://schemas.openxmlformats.org/officeDocument/2006/relationships/tags" Target="../tags/tag279.xml"/><Relationship Id="rId15" Type="http://schemas.openxmlformats.org/officeDocument/2006/relationships/image" Target="../media/image5.jpeg"/><Relationship Id="rId10" Type="http://schemas.openxmlformats.org/officeDocument/2006/relationships/tags" Target="../tags/tag284.xml"/><Relationship Id="rId4" Type="http://schemas.openxmlformats.org/officeDocument/2006/relationships/tags" Target="../tags/tag278.xml"/><Relationship Id="rId9" Type="http://schemas.openxmlformats.org/officeDocument/2006/relationships/tags" Target="../tags/tag283.xml"/><Relationship Id="rId14" Type="http://schemas.openxmlformats.org/officeDocument/2006/relationships/image" Target="../media/image2.sv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293.xml"/><Relationship Id="rId13" Type="http://schemas.openxmlformats.org/officeDocument/2006/relationships/tags" Target="../tags/tag298.xml"/><Relationship Id="rId18" Type="http://schemas.openxmlformats.org/officeDocument/2006/relationships/image" Target="../media/image5.jpeg"/><Relationship Id="rId3" Type="http://schemas.openxmlformats.org/officeDocument/2006/relationships/tags" Target="../tags/tag288.xml"/><Relationship Id="rId7" Type="http://schemas.openxmlformats.org/officeDocument/2006/relationships/tags" Target="../tags/tag292.xml"/><Relationship Id="rId12" Type="http://schemas.openxmlformats.org/officeDocument/2006/relationships/tags" Target="../tags/tag297.xml"/><Relationship Id="rId17" Type="http://schemas.openxmlformats.org/officeDocument/2006/relationships/image" Target="../media/image2.svg"/><Relationship Id="rId2" Type="http://schemas.openxmlformats.org/officeDocument/2006/relationships/tags" Target="../tags/tag287.xml"/><Relationship Id="rId16" Type="http://schemas.openxmlformats.org/officeDocument/2006/relationships/image" Target="../media/image1.png"/><Relationship Id="rId1" Type="http://schemas.openxmlformats.org/officeDocument/2006/relationships/tags" Target="../tags/tag286.xml"/><Relationship Id="rId6" Type="http://schemas.openxmlformats.org/officeDocument/2006/relationships/tags" Target="../tags/tag291.xml"/><Relationship Id="rId11" Type="http://schemas.openxmlformats.org/officeDocument/2006/relationships/tags" Target="../tags/tag296.xml"/><Relationship Id="rId5" Type="http://schemas.openxmlformats.org/officeDocument/2006/relationships/tags" Target="../tags/tag290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95.xml"/><Relationship Id="rId4" Type="http://schemas.openxmlformats.org/officeDocument/2006/relationships/tags" Target="../tags/tag289.xml"/><Relationship Id="rId9" Type="http://schemas.openxmlformats.org/officeDocument/2006/relationships/tags" Target="../tags/tag294.xml"/><Relationship Id="rId14" Type="http://schemas.openxmlformats.org/officeDocument/2006/relationships/tags" Target="../tags/tag299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tags" Target="../tags/tag307.xml"/><Relationship Id="rId13" Type="http://schemas.openxmlformats.org/officeDocument/2006/relationships/tags" Target="../tags/tag312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302.xml"/><Relationship Id="rId21" Type="http://schemas.openxmlformats.org/officeDocument/2006/relationships/image" Target="../media/image5.jpeg"/><Relationship Id="rId7" Type="http://schemas.openxmlformats.org/officeDocument/2006/relationships/tags" Target="../tags/tag306.xml"/><Relationship Id="rId12" Type="http://schemas.openxmlformats.org/officeDocument/2006/relationships/tags" Target="../tags/tag311.xml"/><Relationship Id="rId17" Type="http://schemas.openxmlformats.org/officeDocument/2006/relationships/tags" Target="../tags/tag316.xml"/><Relationship Id="rId2" Type="http://schemas.openxmlformats.org/officeDocument/2006/relationships/tags" Target="../tags/tag301.xml"/><Relationship Id="rId16" Type="http://schemas.openxmlformats.org/officeDocument/2006/relationships/tags" Target="../tags/tag315.xml"/><Relationship Id="rId20" Type="http://schemas.openxmlformats.org/officeDocument/2006/relationships/image" Target="../media/image2.svg"/><Relationship Id="rId1" Type="http://schemas.openxmlformats.org/officeDocument/2006/relationships/tags" Target="../tags/tag300.xml"/><Relationship Id="rId6" Type="http://schemas.openxmlformats.org/officeDocument/2006/relationships/tags" Target="../tags/tag305.xml"/><Relationship Id="rId11" Type="http://schemas.openxmlformats.org/officeDocument/2006/relationships/tags" Target="../tags/tag310.xml"/><Relationship Id="rId5" Type="http://schemas.openxmlformats.org/officeDocument/2006/relationships/tags" Target="../tags/tag304.xml"/><Relationship Id="rId15" Type="http://schemas.openxmlformats.org/officeDocument/2006/relationships/tags" Target="../tags/tag314.xml"/><Relationship Id="rId10" Type="http://schemas.openxmlformats.org/officeDocument/2006/relationships/tags" Target="../tags/tag309.xml"/><Relationship Id="rId19" Type="http://schemas.openxmlformats.org/officeDocument/2006/relationships/image" Target="../media/image1.png"/><Relationship Id="rId4" Type="http://schemas.openxmlformats.org/officeDocument/2006/relationships/tags" Target="../tags/tag303.xml"/><Relationship Id="rId9" Type="http://schemas.openxmlformats.org/officeDocument/2006/relationships/tags" Target="../tags/tag308.xml"/><Relationship Id="rId14" Type="http://schemas.openxmlformats.org/officeDocument/2006/relationships/tags" Target="../tags/tag313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324.xml"/><Relationship Id="rId13" Type="http://schemas.openxmlformats.org/officeDocument/2006/relationships/tags" Target="../tags/tag329.xml"/><Relationship Id="rId18" Type="http://schemas.openxmlformats.org/officeDocument/2006/relationships/tags" Target="../tags/tag334.xml"/><Relationship Id="rId3" Type="http://schemas.openxmlformats.org/officeDocument/2006/relationships/tags" Target="../tags/tag319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323.xml"/><Relationship Id="rId12" Type="http://schemas.openxmlformats.org/officeDocument/2006/relationships/tags" Target="../tags/tag328.xml"/><Relationship Id="rId17" Type="http://schemas.openxmlformats.org/officeDocument/2006/relationships/tags" Target="../tags/tag333.xml"/><Relationship Id="rId2" Type="http://schemas.openxmlformats.org/officeDocument/2006/relationships/tags" Target="../tags/tag318.xml"/><Relationship Id="rId16" Type="http://schemas.openxmlformats.org/officeDocument/2006/relationships/tags" Target="../tags/tag332.xml"/><Relationship Id="rId20" Type="http://schemas.openxmlformats.org/officeDocument/2006/relationships/tags" Target="../tags/tag336.xml"/><Relationship Id="rId1" Type="http://schemas.openxmlformats.org/officeDocument/2006/relationships/tags" Target="../tags/tag317.xml"/><Relationship Id="rId6" Type="http://schemas.openxmlformats.org/officeDocument/2006/relationships/tags" Target="../tags/tag322.xml"/><Relationship Id="rId11" Type="http://schemas.openxmlformats.org/officeDocument/2006/relationships/tags" Target="../tags/tag327.xml"/><Relationship Id="rId24" Type="http://schemas.openxmlformats.org/officeDocument/2006/relationships/image" Target="../media/image5.jpeg"/><Relationship Id="rId5" Type="http://schemas.openxmlformats.org/officeDocument/2006/relationships/tags" Target="../tags/tag321.xml"/><Relationship Id="rId15" Type="http://schemas.openxmlformats.org/officeDocument/2006/relationships/tags" Target="../tags/tag331.xml"/><Relationship Id="rId23" Type="http://schemas.openxmlformats.org/officeDocument/2006/relationships/image" Target="../media/image2.svg"/><Relationship Id="rId10" Type="http://schemas.openxmlformats.org/officeDocument/2006/relationships/tags" Target="../tags/tag326.xml"/><Relationship Id="rId19" Type="http://schemas.openxmlformats.org/officeDocument/2006/relationships/tags" Target="../tags/tag335.xml"/><Relationship Id="rId4" Type="http://schemas.openxmlformats.org/officeDocument/2006/relationships/tags" Target="../tags/tag320.xml"/><Relationship Id="rId9" Type="http://schemas.openxmlformats.org/officeDocument/2006/relationships/tags" Target="../tags/tag325.xml"/><Relationship Id="rId14" Type="http://schemas.openxmlformats.org/officeDocument/2006/relationships/tags" Target="../tags/tag330.xml"/><Relationship Id="rId22" Type="http://schemas.openxmlformats.org/officeDocument/2006/relationships/image" Target="../media/image1.pn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tags" Target="../tags/tag344.xml"/><Relationship Id="rId13" Type="http://schemas.openxmlformats.org/officeDocument/2006/relationships/image" Target="../media/image2.svg"/><Relationship Id="rId18" Type="http://schemas.openxmlformats.org/officeDocument/2006/relationships/image" Target="../media/image16.png"/><Relationship Id="rId3" Type="http://schemas.openxmlformats.org/officeDocument/2006/relationships/tags" Target="../tags/tag339.xml"/><Relationship Id="rId21" Type="http://schemas.openxmlformats.org/officeDocument/2006/relationships/image" Target="../media/image19.svg"/><Relationship Id="rId7" Type="http://schemas.openxmlformats.org/officeDocument/2006/relationships/tags" Target="../tags/tag343.xml"/><Relationship Id="rId12" Type="http://schemas.openxmlformats.org/officeDocument/2006/relationships/image" Target="../media/image1.png"/><Relationship Id="rId17" Type="http://schemas.openxmlformats.org/officeDocument/2006/relationships/image" Target="../media/image15.svg"/><Relationship Id="rId2" Type="http://schemas.openxmlformats.org/officeDocument/2006/relationships/tags" Target="../tags/tag338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337.xml"/><Relationship Id="rId6" Type="http://schemas.openxmlformats.org/officeDocument/2006/relationships/tags" Target="../tags/tag342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41.xml"/><Relationship Id="rId15" Type="http://schemas.openxmlformats.org/officeDocument/2006/relationships/image" Target="../media/image13.svg"/><Relationship Id="rId10" Type="http://schemas.openxmlformats.org/officeDocument/2006/relationships/tags" Target="../tags/tag346.xml"/><Relationship Id="rId19" Type="http://schemas.openxmlformats.org/officeDocument/2006/relationships/image" Target="../media/image17.svg"/><Relationship Id="rId4" Type="http://schemas.openxmlformats.org/officeDocument/2006/relationships/tags" Target="../tags/tag340.xml"/><Relationship Id="rId9" Type="http://schemas.openxmlformats.org/officeDocument/2006/relationships/tags" Target="../tags/tag345.xml"/><Relationship Id="rId14" Type="http://schemas.openxmlformats.org/officeDocument/2006/relationships/image" Target="../media/image12.png"/><Relationship Id="rId22" Type="http://schemas.openxmlformats.org/officeDocument/2006/relationships/image" Target="../media/image5.jpe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tags" Target="../tags/tag354.xml"/><Relationship Id="rId13" Type="http://schemas.openxmlformats.org/officeDocument/2006/relationships/image" Target="../media/image2.svg"/><Relationship Id="rId18" Type="http://schemas.openxmlformats.org/officeDocument/2006/relationships/image" Target="../media/image24.png"/><Relationship Id="rId3" Type="http://schemas.openxmlformats.org/officeDocument/2006/relationships/tags" Target="../tags/tag349.xml"/><Relationship Id="rId21" Type="http://schemas.openxmlformats.org/officeDocument/2006/relationships/image" Target="../media/image27.svg"/><Relationship Id="rId7" Type="http://schemas.openxmlformats.org/officeDocument/2006/relationships/tags" Target="../tags/tag353.xml"/><Relationship Id="rId12" Type="http://schemas.openxmlformats.org/officeDocument/2006/relationships/image" Target="../media/image1.png"/><Relationship Id="rId17" Type="http://schemas.openxmlformats.org/officeDocument/2006/relationships/image" Target="../media/image23.svg"/><Relationship Id="rId2" Type="http://schemas.openxmlformats.org/officeDocument/2006/relationships/tags" Target="../tags/tag348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tags" Target="../tags/tag347.xml"/><Relationship Id="rId6" Type="http://schemas.openxmlformats.org/officeDocument/2006/relationships/tags" Target="../tags/tag352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51.xml"/><Relationship Id="rId15" Type="http://schemas.openxmlformats.org/officeDocument/2006/relationships/image" Target="../media/image21.svg"/><Relationship Id="rId10" Type="http://schemas.openxmlformats.org/officeDocument/2006/relationships/tags" Target="../tags/tag356.xml"/><Relationship Id="rId19" Type="http://schemas.openxmlformats.org/officeDocument/2006/relationships/image" Target="../media/image25.svg"/><Relationship Id="rId4" Type="http://schemas.openxmlformats.org/officeDocument/2006/relationships/tags" Target="../tags/tag350.xml"/><Relationship Id="rId9" Type="http://schemas.openxmlformats.org/officeDocument/2006/relationships/tags" Target="../tags/tag355.xml"/><Relationship Id="rId14" Type="http://schemas.openxmlformats.org/officeDocument/2006/relationships/image" Target="../media/image20.png"/><Relationship Id="rId22" Type="http://schemas.openxmlformats.org/officeDocument/2006/relationships/image" Target="../media/image5.jpe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359.xml"/><Relationship Id="rId7" Type="http://schemas.openxmlformats.org/officeDocument/2006/relationships/image" Target="../media/image5.jpeg"/><Relationship Id="rId2" Type="http://schemas.openxmlformats.org/officeDocument/2006/relationships/tags" Target="../tags/tag358.xml"/><Relationship Id="rId1" Type="http://schemas.openxmlformats.org/officeDocument/2006/relationships/tags" Target="../tags/tag35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362.xml"/><Relationship Id="rId7" Type="http://schemas.openxmlformats.org/officeDocument/2006/relationships/image" Target="../media/image5.jpeg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365.xml"/><Relationship Id="rId7" Type="http://schemas.openxmlformats.org/officeDocument/2006/relationships/image" Target="../media/image5.jpeg"/><Relationship Id="rId2" Type="http://schemas.openxmlformats.org/officeDocument/2006/relationships/tags" Target="../tags/tag364.xml"/><Relationship Id="rId1" Type="http://schemas.openxmlformats.org/officeDocument/2006/relationships/tags" Target="../tags/tag36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368.xml"/><Relationship Id="rId7" Type="http://schemas.openxmlformats.org/officeDocument/2006/relationships/image" Target="../media/image1.png"/><Relationship Id="rId2" Type="http://schemas.openxmlformats.org/officeDocument/2006/relationships/tags" Target="../tags/tag367.xml"/><Relationship Id="rId1" Type="http://schemas.openxmlformats.org/officeDocument/2006/relationships/tags" Target="../tags/tag36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70.xml"/><Relationship Id="rId4" Type="http://schemas.openxmlformats.org/officeDocument/2006/relationships/tags" Target="../tags/tag369.xml"/><Relationship Id="rId9" Type="http://schemas.openxmlformats.org/officeDocument/2006/relationships/image" Target="../media/image5.jpe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378.xml"/><Relationship Id="rId3" Type="http://schemas.openxmlformats.org/officeDocument/2006/relationships/tags" Target="../tags/tag373.xml"/><Relationship Id="rId7" Type="http://schemas.openxmlformats.org/officeDocument/2006/relationships/tags" Target="../tags/tag377.xml"/><Relationship Id="rId12" Type="http://schemas.openxmlformats.org/officeDocument/2006/relationships/image" Target="../media/image5.jpeg"/><Relationship Id="rId2" Type="http://schemas.openxmlformats.org/officeDocument/2006/relationships/tags" Target="../tags/tag372.xml"/><Relationship Id="rId1" Type="http://schemas.openxmlformats.org/officeDocument/2006/relationships/tags" Target="../tags/tag371.xml"/><Relationship Id="rId6" Type="http://schemas.openxmlformats.org/officeDocument/2006/relationships/tags" Target="../tags/tag376.xml"/><Relationship Id="rId11" Type="http://schemas.openxmlformats.org/officeDocument/2006/relationships/image" Target="../media/image2.svg"/><Relationship Id="rId5" Type="http://schemas.openxmlformats.org/officeDocument/2006/relationships/tags" Target="../tags/tag375.xml"/><Relationship Id="rId10" Type="http://schemas.openxmlformats.org/officeDocument/2006/relationships/image" Target="../media/image1.png"/><Relationship Id="rId4" Type="http://schemas.openxmlformats.org/officeDocument/2006/relationships/tags" Target="../tags/tag374.xml"/><Relationship Id="rId9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386.xml"/><Relationship Id="rId13" Type="http://schemas.openxmlformats.org/officeDocument/2006/relationships/image" Target="../media/image2.svg"/><Relationship Id="rId3" Type="http://schemas.openxmlformats.org/officeDocument/2006/relationships/tags" Target="../tags/tag381.xml"/><Relationship Id="rId7" Type="http://schemas.openxmlformats.org/officeDocument/2006/relationships/tags" Target="../tags/tag385.xml"/><Relationship Id="rId12" Type="http://schemas.openxmlformats.org/officeDocument/2006/relationships/image" Target="../media/image1.png"/><Relationship Id="rId2" Type="http://schemas.openxmlformats.org/officeDocument/2006/relationships/tags" Target="../tags/tag380.xml"/><Relationship Id="rId1" Type="http://schemas.openxmlformats.org/officeDocument/2006/relationships/tags" Target="../tags/tag379.xml"/><Relationship Id="rId6" Type="http://schemas.openxmlformats.org/officeDocument/2006/relationships/tags" Target="../tags/tag384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383.xml"/><Relationship Id="rId10" Type="http://schemas.openxmlformats.org/officeDocument/2006/relationships/tags" Target="../tags/tag388.xml"/><Relationship Id="rId4" Type="http://schemas.openxmlformats.org/officeDocument/2006/relationships/tags" Target="../tags/tag382.xml"/><Relationship Id="rId9" Type="http://schemas.openxmlformats.org/officeDocument/2006/relationships/tags" Target="../tags/tag387.xml"/><Relationship Id="rId14" Type="http://schemas.openxmlformats.org/officeDocument/2006/relationships/image" Target="../media/image5.jpeg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396.xml"/><Relationship Id="rId13" Type="http://schemas.openxmlformats.org/officeDocument/2006/relationships/tags" Target="../tags/tag401.xml"/><Relationship Id="rId18" Type="http://schemas.openxmlformats.org/officeDocument/2006/relationships/image" Target="../media/image1.png"/><Relationship Id="rId3" Type="http://schemas.openxmlformats.org/officeDocument/2006/relationships/tags" Target="../tags/tag391.xml"/><Relationship Id="rId7" Type="http://schemas.openxmlformats.org/officeDocument/2006/relationships/tags" Target="../tags/tag395.xml"/><Relationship Id="rId12" Type="http://schemas.openxmlformats.org/officeDocument/2006/relationships/tags" Target="../tags/tag400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390.xml"/><Relationship Id="rId16" Type="http://schemas.openxmlformats.org/officeDocument/2006/relationships/tags" Target="../tags/tag404.xml"/><Relationship Id="rId20" Type="http://schemas.openxmlformats.org/officeDocument/2006/relationships/image" Target="../media/image5.jpeg"/><Relationship Id="rId1" Type="http://schemas.openxmlformats.org/officeDocument/2006/relationships/tags" Target="../tags/tag389.xml"/><Relationship Id="rId6" Type="http://schemas.openxmlformats.org/officeDocument/2006/relationships/tags" Target="../tags/tag394.xml"/><Relationship Id="rId11" Type="http://schemas.openxmlformats.org/officeDocument/2006/relationships/tags" Target="../tags/tag399.xml"/><Relationship Id="rId5" Type="http://schemas.openxmlformats.org/officeDocument/2006/relationships/tags" Target="../tags/tag393.xml"/><Relationship Id="rId15" Type="http://schemas.openxmlformats.org/officeDocument/2006/relationships/tags" Target="../tags/tag403.xml"/><Relationship Id="rId10" Type="http://schemas.openxmlformats.org/officeDocument/2006/relationships/tags" Target="../tags/tag398.xml"/><Relationship Id="rId19" Type="http://schemas.openxmlformats.org/officeDocument/2006/relationships/image" Target="../media/image2.svg"/><Relationship Id="rId4" Type="http://schemas.openxmlformats.org/officeDocument/2006/relationships/tags" Target="../tags/tag392.xml"/><Relationship Id="rId9" Type="http://schemas.openxmlformats.org/officeDocument/2006/relationships/tags" Target="../tags/tag397.xml"/><Relationship Id="rId14" Type="http://schemas.openxmlformats.org/officeDocument/2006/relationships/tags" Target="../tags/tag40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06.xml"/><Relationship Id="rId1" Type="http://schemas.openxmlformats.org/officeDocument/2006/relationships/tags" Target="../tags/tag405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409.xml"/><Relationship Id="rId7" Type="http://schemas.openxmlformats.org/officeDocument/2006/relationships/image" Target="../media/image2.svg"/><Relationship Id="rId2" Type="http://schemas.openxmlformats.org/officeDocument/2006/relationships/tags" Target="../tags/tag408.xml"/><Relationship Id="rId1" Type="http://schemas.openxmlformats.org/officeDocument/2006/relationships/tags" Target="../tags/tag407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10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418.xml"/><Relationship Id="rId13" Type="http://schemas.openxmlformats.org/officeDocument/2006/relationships/image" Target="../media/image1.png"/><Relationship Id="rId3" Type="http://schemas.openxmlformats.org/officeDocument/2006/relationships/tags" Target="../tags/tag413.xml"/><Relationship Id="rId7" Type="http://schemas.openxmlformats.org/officeDocument/2006/relationships/tags" Target="../tags/tag417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12.xml"/><Relationship Id="rId1" Type="http://schemas.openxmlformats.org/officeDocument/2006/relationships/tags" Target="../tags/tag411.xml"/><Relationship Id="rId6" Type="http://schemas.openxmlformats.org/officeDocument/2006/relationships/tags" Target="../tags/tag416.xml"/><Relationship Id="rId11" Type="http://schemas.openxmlformats.org/officeDocument/2006/relationships/tags" Target="../tags/tag421.xml"/><Relationship Id="rId5" Type="http://schemas.openxmlformats.org/officeDocument/2006/relationships/tags" Target="../tags/tag415.xml"/><Relationship Id="rId15" Type="http://schemas.openxmlformats.org/officeDocument/2006/relationships/image" Target="../media/image5.jpeg"/><Relationship Id="rId10" Type="http://schemas.openxmlformats.org/officeDocument/2006/relationships/tags" Target="../tags/tag420.xml"/><Relationship Id="rId4" Type="http://schemas.openxmlformats.org/officeDocument/2006/relationships/tags" Target="../tags/tag414.xml"/><Relationship Id="rId9" Type="http://schemas.openxmlformats.org/officeDocument/2006/relationships/tags" Target="../tags/tag419.xml"/><Relationship Id="rId14" Type="http://schemas.openxmlformats.org/officeDocument/2006/relationships/image" Target="../media/image2.svg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tags" Target="../tags/tag429.xml"/><Relationship Id="rId13" Type="http://schemas.openxmlformats.org/officeDocument/2006/relationships/image" Target="../media/image1.png"/><Relationship Id="rId3" Type="http://schemas.openxmlformats.org/officeDocument/2006/relationships/tags" Target="../tags/tag424.xml"/><Relationship Id="rId7" Type="http://schemas.openxmlformats.org/officeDocument/2006/relationships/tags" Target="../tags/tag428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23.xml"/><Relationship Id="rId1" Type="http://schemas.openxmlformats.org/officeDocument/2006/relationships/tags" Target="../tags/tag422.xml"/><Relationship Id="rId6" Type="http://schemas.openxmlformats.org/officeDocument/2006/relationships/tags" Target="../tags/tag427.xml"/><Relationship Id="rId11" Type="http://schemas.openxmlformats.org/officeDocument/2006/relationships/tags" Target="../tags/tag432.xml"/><Relationship Id="rId5" Type="http://schemas.openxmlformats.org/officeDocument/2006/relationships/tags" Target="../tags/tag426.xml"/><Relationship Id="rId15" Type="http://schemas.openxmlformats.org/officeDocument/2006/relationships/image" Target="../media/image5.jpeg"/><Relationship Id="rId10" Type="http://schemas.openxmlformats.org/officeDocument/2006/relationships/tags" Target="../tags/tag431.xml"/><Relationship Id="rId4" Type="http://schemas.openxmlformats.org/officeDocument/2006/relationships/tags" Target="../tags/tag425.xml"/><Relationship Id="rId9" Type="http://schemas.openxmlformats.org/officeDocument/2006/relationships/tags" Target="../tags/tag430.xml"/><Relationship Id="rId14" Type="http://schemas.openxmlformats.org/officeDocument/2006/relationships/image" Target="../media/image2.svg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tags" Target="../tags/tag440.xml"/><Relationship Id="rId3" Type="http://schemas.openxmlformats.org/officeDocument/2006/relationships/tags" Target="../tags/tag435.xml"/><Relationship Id="rId7" Type="http://schemas.openxmlformats.org/officeDocument/2006/relationships/tags" Target="../tags/tag439.xml"/><Relationship Id="rId12" Type="http://schemas.openxmlformats.org/officeDocument/2006/relationships/image" Target="../media/image5.jpeg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6" Type="http://schemas.openxmlformats.org/officeDocument/2006/relationships/tags" Target="../tags/tag438.xml"/><Relationship Id="rId11" Type="http://schemas.openxmlformats.org/officeDocument/2006/relationships/image" Target="../media/image2.svg"/><Relationship Id="rId5" Type="http://schemas.openxmlformats.org/officeDocument/2006/relationships/tags" Target="../tags/tag437.xml"/><Relationship Id="rId10" Type="http://schemas.openxmlformats.org/officeDocument/2006/relationships/image" Target="../media/image1.png"/><Relationship Id="rId4" Type="http://schemas.openxmlformats.org/officeDocument/2006/relationships/tags" Target="../tags/tag436.xml"/><Relationship Id="rId9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4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42.xml"/><Relationship Id="rId1" Type="http://schemas.openxmlformats.org/officeDocument/2006/relationships/tags" Target="../tags/tag441.xml"/><Relationship Id="rId6" Type="http://schemas.openxmlformats.org/officeDocument/2006/relationships/tags" Target="../tags/tag446.xml"/><Relationship Id="rId5" Type="http://schemas.openxmlformats.org/officeDocument/2006/relationships/tags" Target="../tags/tag445.xml"/><Relationship Id="rId10" Type="http://schemas.openxmlformats.org/officeDocument/2006/relationships/image" Target="../media/image5.jpeg"/><Relationship Id="rId4" Type="http://schemas.openxmlformats.org/officeDocument/2006/relationships/tags" Target="../tags/tag444.xml"/><Relationship Id="rId9" Type="http://schemas.openxmlformats.org/officeDocument/2006/relationships/image" Target="../media/image2.svg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454.xml"/><Relationship Id="rId3" Type="http://schemas.openxmlformats.org/officeDocument/2006/relationships/tags" Target="../tags/tag449.xml"/><Relationship Id="rId7" Type="http://schemas.openxmlformats.org/officeDocument/2006/relationships/tags" Target="../tags/tag453.xml"/><Relationship Id="rId12" Type="http://schemas.openxmlformats.org/officeDocument/2006/relationships/image" Target="../media/image5.jpeg"/><Relationship Id="rId2" Type="http://schemas.openxmlformats.org/officeDocument/2006/relationships/tags" Target="../tags/tag448.xml"/><Relationship Id="rId1" Type="http://schemas.openxmlformats.org/officeDocument/2006/relationships/tags" Target="../tags/tag447.xml"/><Relationship Id="rId6" Type="http://schemas.openxmlformats.org/officeDocument/2006/relationships/tags" Target="../tags/tag452.xml"/><Relationship Id="rId11" Type="http://schemas.openxmlformats.org/officeDocument/2006/relationships/image" Target="../media/image2.svg"/><Relationship Id="rId5" Type="http://schemas.openxmlformats.org/officeDocument/2006/relationships/tags" Target="../tags/tag451.xml"/><Relationship Id="rId10" Type="http://schemas.openxmlformats.org/officeDocument/2006/relationships/image" Target="../media/image1.png"/><Relationship Id="rId4" Type="http://schemas.openxmlformats.org/officeDocument/2006/relationships/tags" Target="../tags/tag450.xml"/><Relationship Id="rId9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462.xml"/><Relationship Id="rId13" Type="http://schemas.openxmlformats.org/officeDocument/2006/relationships/image" Target="../media/image2.svg"/><Relationship Id="rId3" Type="http://schemas.openxmlformats.org/officeDocument/2006/relationships/tags" Target="../tags/tag457.xml"/><Relationship Id="rId7" Type="http://schemas.openxmlformats.org/officeDocument/2006/relationships/tags" Target="../tags/tag461.xml"/><Relationship Id="rId12" Type="http://schemas.openxmlformats.org/officeDocument/2006/relationships/image" Target="../media/image1.png"/><Relationship Id="rId2" Type="http://schemas.openxmlformats.org/officeDocument/2006/relationships/tags" Target="../tags/tag456.xml"/><Relationship Id="rId1" Type="http://schemas.openxmlformats.org/officeDocument/2006/relationships/tags" Target="../tags/tag455.xml"/><Relationship Id="rId6" Type="http://schemas.openxmlformats.org/officeDocument/2006/relationships/tags" Target="../tags/tag46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59.xml"/><Relationship Id="rId10" Type="http://schemas.openxmlformats.org/officeDocument/2006/relationships/tags" Target="../tags/tag464.xml"/><Relationship Id="rId4" Type="http://schemas.openxmlformats.org/officeDocument/2006/relationships/tags" Target="../tags/tag458.xml"/><Relationship Id="rId9" Type="http://schemas.openxmlformats.org/officeDocument/2006/relationships/tags" Target="../tags/tag463.xml"/><Relationship Id="rId14" Type="http://schemas.openxmlformats.org/officeDocument/2006/relationships/image" Target="../media/image5.jpeg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472.xml"/><Relationship Id="rId3" Type="http://schemas.openxmlformats.org/officeDocument/2006/relationships/tags" Target="../tags/tag467.xml"/><Relationship Id="rId7" Type="http://schemas.openxmlformats.org/officeDocument/2006/relationships/tags" Target="../tags/tag471.xml"/><Relationship Id="rId12" Type="http://schemas.openxmlformats.org/officeDocument/2006/relationships/image" Target="../media/image5.jpeg"/><Relationship Id="rId2" Type="http://schemas.openxmlformats.org/officeDocument/2006/relationships/tags" Target="../tags/tag466.xml"/><Relationship Id="rId1" Type="http://schemas.openxmlformats.org/officeDocument/2006/relationships/tags" Target="../tags/tag465.xml"/><Relationship Id="rId6" Type="http://schemas.openxmlformats.org/officeDocument/2006/relationships/tags" Target="../tags/tag470.xml"/><Relationship Id="rId11" Type="http://schemas.openxmlformats.org/officeDocument/2006/relationships/image" Target="../media/image2.svg"/><Relationship Id="rId5" Type="http://schemas.openxmlformats.org/officeDocument/2006/relationships/tags" Target="../tags/tag469.xml"/><Relationship Id="rId10" Type="http://schemas.openxmlformats.org/officeDocument/2006/relationships/image" Target="../media/image1.png"/><Relationship Id="rId4" Type="http://schemas.openxmlformats.org/officeDocument/2006/relationships/tags" Target="../tags/tag468.xml"/><Relationship Id="rId9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7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74.xml"/><Relationship Id="rId1" Type="http://schemas.openxmlformats.org/officeDocument/2006/relationships/tags" Target="../tags/tag473.xml"/><Relationship Id="rId6" Type="http://schemas.openxmlformats.org/officeDocument/2006/relationships/tags" Target="../tags/tag478.xml"/><Relationship Id="rId5" Type="http://schemas.openxmlformats.org/officeDocument/2006/relationships/tags" Target="../tags/tag477.xml"/><Relationship Id="rId10" Type="http://schemas.openxmlformats.org/officeDocument/2006/relationships/image" Target="../media/image5.jpeg"/><Relationship Id="rId4" Type="http://schemas.openxmlformats.org/officeDocument/2006/relationships/tags" Target="../tags/tag476.xml"/><Relationship Id="rId9" Type="http://schemas.openxmlformats.org/officeDocument/2006/relationships/image" Target="../media/image2.sv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tags" Target="../tags/tag481.xml"/><Relationship Id="rId7" Type="http://schemas.openxmlformats.org/officeDocument/2006/relationships/image" Target="../media/image28.png"/><Relationship Id="rId2" Type="http://schemas.openxmlformats.org/officeDocument/2006/relationships/tags" Target="../tags/tag480.xml"/><Relationship Id="rId1" Type="http://schemas.openxmlformats.org/officeDocument/2006/relationships/tags" Target="../tags/tag479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Relationship Id="rId9" Type="http://schemas.openxmlformats.org/officeDocument/2006/relationships/image" Target="../media/image5.jpe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484.xml"/><Relationship Id="rId7" Type="http://schemas.openxmlformats.org/officeDocument/2006/relationships/image" Target="../media/image5.jpeg"/><Relationship Id="rId2" Type="http://schemas.openxmlformats.org/officeDocument/2006/relationships/tags" Target="../tags/tag483.xml"/><Relationship Id="rId1" Type="http://schemas.openxmlformats.org/officeDocument/2006/relationships/tags" Target="../tags/tag48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tags" Target="../tags/tag487.xml"/><Relationship Id="rId7" Type="http://schemas.openxmlformats.org/officeDocument/2006/relationships/image" Target="../media/image5.jpeg"/><Relationship Id="rId2" Type="http://schemas.openxmlformats.org/officeDocument/2006/relationships/tags" Target="../tags/tag486.xml"/><Relationship Id="rId1" Type="http://schemas.openxmlformats.org/officeDocument/2006/relationships/tags" Target="../tags/tag485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tags" Target="../tags/tag490.xml"/><Relationship Id="rId7" Type="http://schemas.openxmlformats.org/officeDocument/2006/relationships/image" Target="../media/image5.jpeg"/><Relationship Id="rId2" Type="http://schemas.openxmlformats.org/officeDocument/2006/relationships/tags" Target="../tags/tag489.xml"/><Relationship Id="rId1" Type="http://schemas.openxmlformats.org/officeDocument/2006/relationships/tags" Target="../tags/tag488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tags" Target="../tags/tag493.xml"/><Relationship Id="rId7" Type="http://schemas.openxmlformats.org/officeDocument/2006/relationships/image" Target="../media/image5.jpeg"/><Relationship Id="rId2" Type="http://schemas.openxmlformats.org/officeDocument/2006/relationships/tags" Target="../tags/tag492.xml"/><Relationship Id="rId1" Type="http://schemas.openxmlformats.org/officeDocument/2006/relationships/tags" Target="../tags/tag49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tags" Target="../tags/tag496.xml"/><Relationship Id="rId7" Type="http://schemas.openxmlformats.org/officeDocument/2006/relationships/image" Target="../media/image5.jpeg"/><Relationship Id="rId2" Type="http://schemas.openxmlformats.org/officeDocument/2006/relationships/tags" Target="../tags/tag495.xml"/><Relationship Id="rId1" Type="http://schemas.openxmlformats.org/officeDocument/2006/relationships/tags" Target="../tags/tag494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98.xml"/><Relationship Id="rId1" Type="http://schemas.openxmlformats.org/officeDocument/2006/relationships/tags" Target="../tags/tag497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99.xml"/><Relationship Id="rId5" Type="http://schemas.openxmlformats.org/officeDocument/2006/relationships/image" Target="../media/image5.jpeg"/><Relationship Id="rId4" Type="http://schemas.openxmlformats.org/officeDocument/2006/relationships/image" Target="../media/image2.sv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502.xml"/><Relationship Id="rId7" Type="http://schemas.openxmlformats.org/officeDocument/2006/relationships/image" Target="../media/image2.svg"/><Relationship Id="rId2" Type="http://schemas.openxmlformats.org/officeDocument/2006/relationships/tags" Target="../tags/tag501.xml"/><Relationship Id="rId1" Type="http://schemas.openxmlformats.org/officeDocument/2006/relationships/tags" Target="../tags/tag500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03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506.xml"/><Relationship Id="rId7" Type="http://schemas.openxmlformats.org/officeDocument/2006/relationships/image" Target="../media/image2.svg"/><Relationship Id="rId2" Type="http://schemas.openxmlformats.org/officeDocument/2006/relationships/tags" Target="../tags/tag505.xml"/><Relationship Id="rId1" Type="http://schemas.openxmlformats.org/officeDocument/2006/relationships/tags" Target="../tags/tag504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07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09.xml"/><Relationship Id="rId1" Type="http://schemas.openxmlformats.org/officeDocument/2006/relationships/tags" Target="../tags/tag508.xml"/><Relationship Id="rId6" Type="http://schemas.openxmlformats.org/officeDocument/2006/relationships/image" Target="../media/image5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D7F35C0-A8EA-5309-30D4-7D326AA3723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D061B049-C148-6A93-50DA-BF08383D2E9D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4"/>
            </p:custDataLst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1C8CEB2B-733D-E677-EA35-EDB973B48694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854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9AF0BE-EA0C-C2AF-FCBA-EAA6664E50DD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C28C2C46-CCA7-9BC1-5A92-7E912F07ED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875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3133F166-DAE8-2B28-90E9-242BCBB409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9"/>
            <a:ext cx="11017250" cy="378056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381312CE-2C3B-2F5A-EA24-F624616A490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657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C79BE67-567B-E88E-133F-13F593DC6FD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Name Date Placeholder">
            <a:extLst>
              <a:ext uri="{FF2B5EF4-FFF2-40B4-BE49-F238E27FC236}">
                <a16:creationId xmlns:a16="http://schemas.microsoft.com/office/drawing/2014/main" id="{2501E374-F1DA-2AD5-A054-82ED604C34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760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19">
            <a:extLst>
              <a:ext uri="{FF2B5EF4-FFF2-40B4-BE49-F238E27FC236}">
                <a16:creationId xmlns:a16="http://schemas.microsoft.com/office/drawing/2014/main" id="{BAABBAB7-1942-DB88-A446-DA1DD5C4476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8"/>
            <a:ext cx="11017250" cy="3780561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7AE92216-3462-06F0-4D18-376C6118A8E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46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61811" y="1304925"/>
            <a:ext cx="3554577" cy="833663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9FE4A27-B319-940F-EC8D-F396F3A975A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32288" y="0"/>
            <a:ext cx="7859712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EB890E5E-0BF5-2C53-0515-2FCFA1F6A7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475542"/>
            <a:ext cx="3028800" cy="400110"/>
          </a:xfrm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1A72CF3F-194B-2168-FB64-F19FDC181A46}"/>
              </a:ext>
            </a:extLst>
          </p:cNvPr>
          <p:cNvSpPr/>
          <p:nvPr userDrawn="1"/>
        </p:nvSpPr>
        <p:spPr>
          <a:xfrm flipH="1">
            <a:off x="2678814" y="5201516"/>
            <a:ext cx="1656485" cy="1656485"/>
          </a:xfrm>
          <a:custGeom>
            <a:avLst/>
            <a:gdLst>
              <a:gd name="connsiteX0" fmla="*/ 0 w 1656485"/>
              <a:gd name="connsiteY0" fmla="*/ 0 h 1656485"/>
              <a:gd name="connsiteX1" fmla="*/ 1656485 w 1656485"/>
              <a:gd name="connsiteY1" fmla="*/ 1656485 h 1656485"/>
              <a:gd name="connsiteX2" fmla="*/ 964671 w 1656485"/>
              <a:gd name="connsiteY2" fmla="*/ 1656485 h 1656485"/>
              <a:gd name="connsiteX3" fmla="*/ 0 w 1656485"/>
              <a:gd name="connsiteY3" fmla="*/ 691814 h 1656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6485" h="1656485">
                <a:moveTo>
                  <a:pt x="0" y="0"/>
                </a:moveTo>
                <a:cubicBezTo>
                  <a:pt x="914851" y="0"/>
                  <a:pt x="1656485" y="741634"/>
                  <a:pt x="1656485" y="1656485"/>
                </a:cubicBezTo>
                <a:lnTo>
                  <a:pt x="964671" y="1656485"/>
                </a:lnTo>
                <a:cubicBezTo>
                  <a:pt x="964671" y="1123712"/>
                  <a:pt x="532773" y="691814"/>
                  <a:pt x="0" y="6918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44B1C277-5C83-A8EA-A3BF-E2E345D4380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1811" y="2138588"/>
            <a:ext cx="3554577" cy="376718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080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8" y="1646424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8079887" y="1646330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9A9C71F3-3653-5F93-98F0-79580F6C87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C65060C-9F23-811A-DF0F-D4517BCA2CA8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748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1A3176-98E4-285D-410F-80643BA59375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20E06-4A57-EF61-67DE-8F0F1DC0CD18}"/>
              </a:ext>
            </a:extLst>
          </p:cNvPr>
          <p:cNvSpPr/>
          <p:nvPr userDrawn="1"/>
        </p:nvSpPr>
        <p:spPr>
          <a:xfrm>
            <a:off x="8075614" y="1582205"/>
            <a:ext cx="4116386" cy="136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8" y="1582205"/>
            <a:ext cx="3524097" cy="1359548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8BC39D9E-7922-9CC3-19AA-E9F8E3601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1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0487CD5-A145-7D73-43F4-21D4D67453A2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866176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760717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866082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C009E7EB-E426-C637-3A35-333795CF34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1" y="0"/>
            <a:ext cx="5400674" cy="6273800"/>
          </a:xfrm>
          <a:prstGeom prst="round2SameRect">
            <a:avLst>
              <a:gd name="adj1" fmla="val 0"/>
              <a:gd name="adj2" fmla="val 10287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673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05931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905931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 3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905931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 4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905931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 5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6522505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 6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522505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 7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8"/>
            </p:custDataLst>
          </p:nvPr>
        </p:nvSpPr>
        <p:spPr>
          <a:xfrm>
            <a:off x="6522505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 8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6522505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Placeholder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219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084F482-2134-F524-1DE6-F9B9D55FF83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905930" y="3407440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5BD44302-B412-8B8C-F85A-AA1C2A256424}"/>
              </a:ext>
            </a:extLst>
          </p:cNvPr>
          <p:cNvGrpSpPr/>
          <p:nvPr userDrawn="1"/>
        </p:nvGrpSpPr>
        <p:grpSpPr>
          <a:xfrm>
            <a:off x="591650" y="3424258"/>
            <a:ext cx="310492" cy="310492"/>
            <a:chOff x="990456" y="3391893"/>
            <a:chExt cx="360000" cy="360000"/>
          </a:xfrm>
        </p:grpSpPr>
        <p:sp>
          <p:nvSpPr>
            <p:cNvPr id="2" name="Ellipse">
              <a:extLst>
                <a:ext uri="{FF2B5EF4-FFF2-40B4-BE49-F238E27FC236}">
                  <a16:creationId xmlns:a16="http://schemas.microsoft.com/office/drawing/2014/main" id="{193B250D-F778-C153-5B09-6093E6FCFC91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85D1908-94AA-27EF-4A25-FA8BD767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905930" y="41482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ubtitle Placeholder 3">
            <a:extLst>
              <a:ext uri="{FF2B5EF4-FFF2-40B4-BE49-F238E27FC236}">
                <a16:creationId xmlns:a16="http://schemas.microsoft.com/office/drawing/2014/main" id="{B4012B79-26B4-5CA4-8BAC-7922606024BE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5"/>
            </p:custDataLst>
          </p:nvPr>
        </p:nvSpPr>
        <p:spPr>
          <a:xfrm>
            <a:off x="905930" y="4889144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Subtitle Placeholder 4">
            <a:extLst>
              <a:ext uri="{FF2B5EF4-FFF2-40B4-BE49-F238E27FC236}">
                <a16:creationId xmlns:a16="http://schemas.microsoft.com/office/drawing/2014/main" id="{2C3AC72D-025C-3A11-EA5D-E3AFA80D6FEF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6"/>
            </p:custDataLst>
          </p:nvPr>
        </p:nvSpPr>
        <p:spPr>
          <a:xfrm>
            <a:off x="905930" y="56379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id="{8220C018-0222-066D-AD0C-DDDA51B52E65}"/>
              </a:ext>
            </a:extLst>
          </p:cNvPr>
          <p:cNvGrpSpPr/>
          <p:nvPr userDrawn="1"/>
        </p:nvGrpSpPr>
        <p:grpSpPr>
          <a:xfrm>
            <a:off x="591650" y="4167627"/>
            <a:ext cx="310492" cy="310492"/>
            <a:chOff x="990456" y="3391893"/>
            <a:chExt cx="360000" cy="360000"/>
          </a:xfrm>
        </p:grpSpPr>
        <p:sp>
          <p:nvSpPr>
            <p:cNvPr id="13" name="Ellipse">
              <a:extLst>
                <a:ext uri="{FF2B5EF4-FFF2-40B4-BE49-F238E27FC236}">
                  <a16:creationId xmlns:a16="http://schemas.microsoft.com/office/drawing/2014/main" id="{7262C8ED-9F09-9216-670A-63181019D609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0398581A-7794-AA0C-C51E-669C58F89A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6" name="Group">
            <a:extLst>
              <a:ext uri="{FF2B5EF4-FFF2-40B4-BE49-F238E27FC236}">
                <a16:creationId xmlns:a16="http://schemas.microsoft.com/office/drawing/2014/main" id="{FA41952F-A81A-329B-7281-A86E79CADEC9}"/>
              </a:ext>
            </a:extLst>
          </p:cNvPr>
          <p:cNvGrpSpPr/>
          <p:nvPr userDrawn="1"/>
        </p:nvGrpSpPr>
        <p:grpSpPr>
          <a:xfrm>
            <a:off x="591650" y="4910996"/>
            <a:ext cx="310492" cy="310492"/>
            <a:chOff x="990456" y="3391893"/>
            <a:chExt cx="360000" cy="360000"/>
          </a:xfrm>
        </p:grpSpPr>
        <p:sp>
          <p:nvSpPr>
            <p:cNvPr id="17" name="Ellipse">
              <a:extLst>
                <a:ext uri="{FF2B5EF4-FFF2-40B4-BE49-F238E27FC236}">
                  <a16:creationId xmlns:a16="http://schemas.microsoft.com/office/drawing/2014/main" id="{CDFE8CAF-8CD1-1573-3787-4B79B3649F5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8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96ACCB7-3B11-183B-E76B-EE28AF9543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0" name="Group">
            <a:extLst>
              <a:ext uri="{FF2B5EF4-FFF2-40B4-BE49-F238E27FC236}">
                <a16:creationId xmlns:a16="http://schemas.microsoft.com/office/drawing/2014/main" id="{16A53DB9-4D1C-5269-D773-E4A25F89F19E}"/>
              </a:ext>
            </a:extLst>
          </p:cNvPr>
          <p:cNvGrpSpPr/>
          <p:nvPr userDrawn="1"/>
        </p:nvGrpSpPr>
        <p:grpSpPr>
          <a:xfrm>
            <a:off x="591650" y="5654364"/>
            <a:ext cx="310492" cy="310492"/>
            <a:chOff x="990456" y="3391893"/>
            <a:chExt cx="360000" cy="360000"/>
          </a:xfrm>
        </p:grpSpPr>
        <p:sp>
          <p:nvSpPr>
            <p:cNvPr id="21" name="Ellipse">
              <a:extLst>
                <a:ext uri="{FF2B5EF4-FFF2-40B4-BE49-F238E27FC236}">
                  <a16:creationId xmlns:a16="http://schemas.microsoft.com/office/drawing/2014/main" id="{11D39A46-0017-F4C6-190A-126EBE02629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276E34A-66F5-F0DC-5854-5DEC0C0F77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725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Goal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 1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2"/>
            </p:custDataLst>
          </p:nvPr>
        </p:nvSpPr>
        <p:spPr>
          <a:xfrm>
            <a:off x="905931" y="3272939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905931" y="4165327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 3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4"/>
            </p:custDataLst>
          </p:nvPr>
        </p:nvSpPr>
        <p:spPr>
          <a:xfrm>
            <a:off x="905931" y="5057715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 4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905931" y="5950102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 5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6"/>
            </p:custDataLst>
          </p:nvPr>
        </p:nvSpPr>
        <p:spPr>
          <a:xfrm>
            <a:off x="6522505" y="3272939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 6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522505" y="4165327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 7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  <p:custDataLst>
              <p:tags r:id="rId8"/>
            </p:custDataLst>
          </p:nvPr>
        </p:nvSpPr>
        <p:spPr>
          <a:xfrm>
            <a:off x="6522505" y="5057715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 8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6522505" y="5950102"/>
            <a:ext cx="5082120" cy="344128"/>
          </a:xfrm>
        </p:spPr>
        <p:txBody>
          <a:bodyPr wrap="square" lIns="144000" tIns="0" rIns="0" bIns="36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Placeholder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91650" y="1601104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cxnSp>
        <p:nvCxnSpPr>
          <p:cNvPr id="5" name="Straight Connector">
            <a:extLst>
              <a:ext uri="{FF2B5EF4-FFF2-40B4-BE49-F238E27FC236}">
                <a16:creationId xmlns:a16="http://schemas.microsoft.com/office/drawing/2014/main" id="{9066A260-9DAD-4574-54FA-C74B682B4B42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3489" y="1335436"/>
            <a:ext cx="0" cy="115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593C21-4C64-7B70-73A1-882EC04772D7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11"/>
            </p:custDataLst>
          </p:nvPr>
        </p:nvSpPr>
        <p:spPr>
          <a:xfrm>
            <a:off x="6331412" y="1336315"/>
            <a:ext cx="5276999" cy="1157442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8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DDA395-4B2E-5027-97BE-94CAC77107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7"/>
            <a:ext cx="4116388" cy="16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4"/>
            </p:custDataLst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436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CAC9B30-99F5-EF5B-E4AB-626A8B317B0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6"/>
            <a:ext cx="4116388" cy="2618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  <p:custDataLst>
              <p:tags r:id="rId4"/>
            </p:custDataLst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  <p:custDataLst>
              <p:tags r:id="rId5"/>
            </p:custDataLst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595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F03EA96-511B-D4E1-07B4-42A629E7532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632472"/>
            <a:ext cx="2643153" cy="3225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49973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1913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  <p:custDataLst>
              <p:tags r:id="rId3"/>
            </p:custDataLst>
          </p:nvPr>
        </p:nvSpPr>
        <p:spPr>
          <a:xfrm>
            <a:off x="591650" y="3632472"/>
            <a:ext cx="2016000" cy="2653236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4"/>
            </p:custDataLst>
          </p:nvPr>
        </p:nvSpPr>
        <p:spPr>
          <a:xfrm>
            <a:off x="2839825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5"/>
            </p:custDataLst>
          </p:nvPr>
        </p:nvSpPr>
        <p:spPr>
          <a:xfrm>
            <a:off x="5088001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4000F21-D568-A32C-B35E-3F93A6F123C2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6"/>
            </p:custDataLst>
          </p:nvPr>
        </p:nvSpPr>
        <p:spPr>
          <a:xfrm>
            <a:off x="7336177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7C9694D-B068-942A-835F-28C9BB5A102B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9584350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5DC565D5-EF8A-2AEF-3EC6-E66F0F2827D5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0089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">
            <a:extLst>
              <a:ext uri="{FF2B5EF4-FFF2-40B4-BE49-F238E27FC236}">
                <a16:creationId xmlns:a16="http://schemas.microsoft.com/office/drawing/2014/main" id="{BA6AD9DB-245E-46D9-A88E-4F0C5D56A686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8265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ree Badge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543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D7F35C0-A8EA-5309-30D4-7D326AA3723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D061B049-C148-6A93-50DA-BF08383D2E9D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4"/>
            </p:custDataLst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1C8CEB2B-733D-E677-EA35-EDB973B48694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54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41" y="3386771"/>
            <a:ext cx="5987409" cy="3471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E8B634EE-36E3-DBCC-6013-189D5761B7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018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3386771"/>
            <a:ext cx="5987409" cy="3471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59061C0-FADB-8B8B-8469-188444F940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200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B0940B-228F-F49A-EE37-2ADAF3C8A17C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9A0E6AB1-F354-2FD0-7FF2-68DC2E37EAE8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83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3017580"/>
            <a:ext cx="5988050" cy="3840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3017580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944797"/>
            <a:ext cx="5395759" cy="23256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8866" y="3017580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08866" y="3944797"/>
            <a:ext cx="5395759" cy="2326072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9490699" y="0"/>
            <a:ext cx="2701301" cy="269321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011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DB1C815-8DA1-CCED-FD10-D26E4CA9015B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016D0-893B-92E8-9AA1-FD6381FF88E7}"/>
              </a:ext>
            </a:extLst>
          </p:cNvPr>
          <p:cNvSpPr/>
          <p:nvPr userDrawn="1"/>
        </p:nvSpPr>
        <p:spPr>
          <a:xfrm>
            <a:off x="587375" y="2729955"/>
            <a:ext cx="5400000" cy="355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 1">
            <a:extLst>
              <a:ext uri="{FF2B5EF4-FFF2-40B4-BE49-F238E27FC236}">
                <a16:creationId xmlns:a16="http://schemas.microsoft.com/office/drawing/2014/main" id="{FC47E551-1640-86A4-18AE-F72D1F74EA48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8016" y="2739786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6CA1BB8-199C-0E5D-3C89-52929563F6F1}"/>
              </a:ext>
            </a:extLst>
          </p:cNvPr>
          <p:cNvSpPr>
            <a:spLocks noGrp="1"/>
          </p:cNvSpPr>
          <p:nvPr>
            <p:ph type="body" idx="24"/>
            <p:custDataLst>
              <p:tags r:id="rId4"/>
            </p:custDataLst>
          </p:nvPr>
        </p:nvSpPr>
        <p:spPr>
          <a:xfrm>
            <a:off x="588016" y="3703758"/>
            <a:ext cx="5395759" cy="2580533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AB4E527A-DAA8-CD4E-29C5-E53FF388CD0A}"/>
              </a:ext>
            </a:extLst>
          </p:cNvPr>
          <p:cNvCxnSpPr>
            <a:cxnSpLocks/>
          </p:cNvCxnSpPr>
          <p:nvPr userDrawn="1"/>
        </p:nvCxnSpPr>
        <p:spPr>
          <a:xfrm>
            <a:off x="803375" y="3673178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4BB9ED-034D-C6F9-C12E-EE6AFCBE8B63}"/>
              </a:ext>
            </a:extLst>
          </p:cNvPr>
          <p:cNvSpPr/>
          <p:nvPr userDrawn="1"/>
        </p:nvSpPr>
        <p:spPr>
          <a:xfrm>
            <a:off x="6204625" y="2727321"/>
            <a:ext cx="5400000" cy="355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FDC44773-9566-133D-C54F-DE817ADA78C9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5266" y="2737152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58BCE82-7643-6D49-671F-E8F6F4BF35C2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05266" y="3701124"/>
            <a:ext cx="5395759" cy="2581200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96C92098-F7B2-B8BA-F3DD-11BC29FBC55B}"/>
              </a:ext>
            </a:extLst>
          </p:cNvPr>
          <p:cNvCxnSpPr>
            <a:cxnSpLocks/>
          </p:cNvCxnSpPr>
          <p:nvPr userDrawn="1"/>
        </p:nvCxnSpPr>
        <p:spPr>
          <a:xfrm>
            <a:off x="6420625" y="3670544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470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1304925"/>
            <a:ext cx="5988050" cy="34713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1304925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5022310"/>
            <a:ext cx="7268062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2291" y="2232142"/>
            <a:ext cx="5395759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8866" y="1304925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6208866" y="2232142"/>
            <a:ext cx="5395759" cy="2545200"/>
          </a:xfrm>
        </p:spPr>
        <p:txBody>
          <a:bodyPr lIns="216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C6DEEA-2581-F272-852C-04C1FF646F9C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638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A12C68-EE2C-5DA9-5627-4F1AD2DEFF53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20507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0103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123CC8-CEE8-6788-2928-2D633678456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19851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973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1313457"/>
            <a:ext cx="3524096" cy="688256"/>
          </a:xfrm>
        </p:spPr>
        <p:txBody>
          <a:bodyPr wrap="square" lIns="0" tIns="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5029944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2011645"/>
            <a:ext cx="3524096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4371594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4371594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8116033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8116033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312226"/>
            <a:ext cx="0" cy="3243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313457"/>
            <a:ext cx="0" cy="3242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8722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C2E0A61-0234-702E-067F-C82A0A33075E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10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5158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7629C5-7E8A-94CF-735B-521E7711D3CF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2D126-165F-307A-B2CB-0EB7A59BC512}"/>
              </a:ext>
            </a:extLst>
          </p:cNvPr>
          <p:cNvSpPr/>
          <p:nvPr userDrawn="1"/>
        </p:nvSpPr>
        <p:spPr>
          <a:xfrm>
            <a:off x="1" y="4242624"/>
            <a:ext cx="5983776" cy="26153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50" y="2225296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50" y="2924453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6208225" y="222018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6208225" y="291837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6208225" y="4269092"/>
            <a:ext cx="5396400" cy="906366"/>
          </a:xfrm>
        </p:spPr>
        <p:txBody>
          <a:bodyPr wrap="square" lIns="108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 3">
            <a:extLst>
              <a:ext uri="{FF2B5EF4-FFF2-40B4-BE49-F238E27FC236}">
                <a16:creationId xmlns:a16="http://schemas.microsoft.com/office/drawing/2014/main" id="{FCCEE109-5079-2C83-359F-17F9EA63E1A0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591650" y="4269092"/>
            <a:ext cx="5396400" cy="906366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760D815-A1E8-136C-C020-88D9721F7C28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251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2787FBB-B349-D934-0382-A63F3684880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 3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 2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  <p:custDataLst>
              <p:tags r:id="rId8"/>
            </p:custDataLst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4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9"/>
            </p:custDataLst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  <p:custDataLst>
              <p:tags r:id="rId10"/>
            </p:custDataLst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241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AAF0927-60AA-2E70-21DA-B169FE622C1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  <p:custDataLst>
              <p:tags r:id="rId3"/>
            </p:custDataLst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129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A42FC63-E3E9-ADF6-12D4-A938DE8BB3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  <p:custDataLst>
              <p:tags r:id="rId3"/>
            </p:custDataLst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127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C0980010-D5E4-128C-6EB9-4E785B7459E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634CB3D6-AF8B-D045-366E-D77BCC389C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96095" y="2164074"/>
            <a:ext cx="3504256" cy="4693925"/>
          </a:xfrm>
          <a:prstGeom prst="round2SameRect">
            <a:avLst>
              <a:gd name="adj1" fmla="val 14058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F1B372DA-9935-3A17-75AC-847C7FD2E3D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337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B58DB9E0-A111-D80B-F056-E870998443A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adial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8337400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37400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  <p:custDataLst>
              <p:tags r:id="rId9"/>
            </p:custDataLst>
          </p:nvPr>
        </p:nvSpPr>
        <p:spPr>
          <a:xfrm>
            <a:off x="8552429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8097681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  <p:custDataLst>
              <p:tags r:id="rId11"/>
            </p:custDataLst>
          </p:nvPr>
        </p:nvSpPr>
        <p:spPr>
          <a:xfrm>
            <a:off x="8097681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217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A53BED7D-9B4C-F0B0-35EC-131C9D48E12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Radial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6346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Circle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346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  <p:custDataLst>
              <p:tags r:id="rId3"/>
            </p:custDataLst>
          </p:nvPr>
        </p:nvSpPr>
        <p:spPr>
          <a:xfrm>
            <a:off x="974638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Radial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3630675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30675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  <p:custDataLst>
              <p:tags r:id="rId4"/>
            </p:custDataLst>
          </p:nvPr>
        </p:nvSpPr>
        <p:spPr>
          <a:xfrm>
            <a:off x="3778967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591650" y="4190148"/>
            <a:ext cx="2588113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  <p:custDataLst>
              <p:tags r:id="rId6"/>
            </p:custDataLst>
          </p:nvPr>
        </p:nvSpPr>
        <p:spPr>
          <a:xfrm>
            <a:off x="591650" y="4692614"/>
            <a:ext cx="2588113" cy="1576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3395979" y="4190148"/>
            <a:ext cx="2592387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  <p:custDataLst>
              <p:tags r:id="rId8"/>
            </p:custDataLst>
          </p:nvPr>
        </p:nvSpPr>
        <p:spPr>
          <a:xfrm>
            <a:off x="3395979" y="4691239"/>
            <a:ext cx="2592387" cy="1578175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adial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6439278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9278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  <p:custDataLst>
              <p:tags r:id="rId9"/>
            </p:custDataLst>
          </p:nvPr>
        </p:nvSpPr>
        <p:spPr>
          <a:xfrm>
            <a:off x="6587570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0"/>
            </p:custDataLst>
          </p:nvPr>
        </p:nvSpPr>
        <p:spPr>
          <a:xfrm>
            <a:off x="6204582" y="4190148"/>
            <a:ext cx="2591913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  <p:custDataLst>
              <p:tags r:id="rId11"/>
            </p:custDataLst>
          </p:nvPr>
        </p:nvSpPr>
        <p:spPr>
          <a:xfrm>
            <a:off x="6204582" y="4692614"/>
            <a:ext cx="2591913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4187170"/>
            <a:ext cx="0" cy="2088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A09F6F27-9F30-799E-367C-16817FD937C0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2"/>
            </p:custDataLst>
          </p:nvPr>
        </p:nvSpPr>
        <p:spPr>
          <a:xfrm>
            <a:off x="9012712" y="4190148"/>
            <a:ext cx="2591913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FADA109-6263-C03F-1866-3F1F760BF347}"/>
              </a:ext>
            </a:extLst>
          </p:cNvPr>
          <p:cNvSpPr>
            <a:spLocks noGrp="1"/>
          </p:cNvSpPr>
          <p:nvPr>
            <p:ph type="body" idx="43"/>
            <p:custDataLst>
              <p:tags r:id="rId13"/>
            </p:custDataLst>
          </p:nvPr>
        </p:nvSpPr>
        <p:spPr>
          <a:xfrm>
            <a:off x="9012712" y="4692614"/>
            <a:ext cx="25919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375800F5-BEE8-1439-6390-996DAF17C8B6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adial">
            <a:extLst>
              <a:ext uri="{FF2B5EF4-FFF2-40B4-BE49-F238E27FC236}">
                <a16:creationId xmlns:a16="http://schemas.microsoft.com/office/drawing/2014/main" id="{11F02CDE-C4FA-0860-88A2-D501429A83D6}"/>
              </a:ext>
            </a:extLst>
          </p:cNvPr>
          <p:cNvSpPr/>
          <p:nvPr userDrawn="1"/>
        </p:nvSpPr>
        <p:spPr>
          <a:xfrm>
            <a:off x="9247408" y="2375802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10C33DB2-873C-8451-424A-4F8DE02D9A8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47408" y="2375802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endParaRPr lang="en-GB" dirty="0"/>
          </a:p>
        </p:txBody>
      </p:sp>
      <p:sp>
        <p:nvSpPr>
          <p:cNvPr id="32" name="Percent Placeholder">
            <a:extLst>
              <a:ext uri="{FF2B5EF4-FFF2-40B4-BE49-F238E27FC236}">
                <a16:creationId xmlns:a16="http://schemas.microsoft.com/office/drawing/2014/main" id="{F2660B19-E5CF-03D7-C3FC-F91885EF0782}"/>
              </a:ext>
            </a:extLst>
          </p:cNvPr>
          <p:cNvSpPr>
            <a:spLocks noGrp="1"/>
          </p:cNvSpPr>
          <p:nvPr>
            <p:ph type="body" sz="quarter" idx="45" hasCustomPrompt="1"/>
            <p:custDataLst>
              <p:tags r:id="rId14"/>
            </p:custDataLst>
          </p:nvPr>
        </p:nvSpPr>
        <p:spPr>
          <a:xfrm>
            <a:off x="9395700" y="2753794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728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2DD536-A2A5-57D4-7C13-0C85489060E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-642" y="2236169"/>
            <a:ext cx="4116388" cy="462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28013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329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3DCAE93-984F-6BAF-7659-0C1DB74808E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57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BC909B0-AB3A-A385-E788-BE45F878518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2236169"/>
            <a:ext cx="4116388" cy="4621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32288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73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C8BD1B8-800F-2024-8154-C9971B993F6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82400" y="0"/>
            <a:ext cx="2109600" cy="2109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087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B3D486-5A7A-B6E6-4CB8-E79CAD13705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6D0B66B6-05C1-C118-A185-F71B19D9D728}"/>
              </a:ext>
            </a:extLst>
          </p:cNvPr>
          <p:cNvSpPr/>
          <p:nvPr userDrawn="1"/>
        </p:nvSpPr>
        <p:spPr>
          <a:xfrm>
            <a:off x="8097681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51A8FEF-D06C-0A75-D126-5710089E484C}"/>
              </a:ext>
            </a:extLst>
          </p:cNvPr>
          <p:cNvSpPr/>
          <p:nvPr userDrawn="1"/>
        </p:nvSpPr>
        <p:spPr>
          <a:xfrm>
            <a:off x="4352769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265"/>
            <a:ext cx="10896057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083ABD58-9311-5E0A-E133-45FB6D7FE59D}"/>
              </a:ext>
            </a:extLst>
          </p:cNvPr>
          <p:cNvSpPr/>
          <p:nvPr userDrawn="1"/>
        </p:nvSpPr>
        <p:spPr>
          <a:xfrm>
            <a:off x="591649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9"/>
            </p:custDataLst>
          </p:nvPr>
        </p:nvSpPr>
        <p:spPr>
          <a:xfrm>
            <a:off x="591649" y="2805471"/>
            <a:ext cx="28044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>
            <p:ph type="body" idx="43" hasCustomPrompt="1"/>
            <p:custDataLst>
              <p:tags r:id="rId10"/>
            </p:custDataLst>
          </p:nvPr>
        </p:nvSpPr>
        <p:spPr>
          <a:xfrm>
            <a:off x="4352769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>
            <p:ph type="body" idx="44" hasCustomPrompt="1"/>
            <p:custDataLst>
              <p:tags r:id="rId11"/>
            </p:custDataLst>
          </p:nvPr>
        </p:nvSpPr>
        <p:spPr>
          <a:xfrm>
            <a:off x="8097681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361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1882EC-4C61-D53A-2DF1-C2C530AC6C1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659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E4E8829-0031-5716-BC81-D3952FE30DB4}"/>
              </a:ext>
            </a:extLst>
          </p:cNvPr>
          <p:cNvSpPr/>
          <p:nvPr userDrawn="1"/>
        </p:nvSpPr>
        <p:spPr>
          <a:xfrm>
            <a:off x="591649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Milestone Placeholder 1">
            <a:extLst>
              <a:ext uri="{FF2B5EF4-FFF2-40B4-BE49-F238E27FC236}">
                <a16:creationId xmlns:a16="http://schemas.microsoft.com/office/drawing/2014/main" id="{08B428FB-6482-9C5A-35C7-01BD09EB6F49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1"/>
            </p:custDataLst>
          </p:nvPr>
        </p:nvSpPr>
        <p:spPr>
          <a:xfrm>
            <a:off x="591649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F88D9286-05CE-FD15-5C51-08AF5AB76E54}"/>
              </a:ext>
            </a:extLst>
          </p:cNvPr>
          <p:cNvSpPr/>
          <p:nvPr userDrawn="1"/>
        </p:nvSpPr>
        <p:spPr>
          <a:xfrm>
            <a:off x="3395663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Milestone Placeholder 2">
            <a:extLst>
              <a:ext uri="{FF2B5EF4-FFF2-40B4-BE49-F238E27FC236}">
                <a16:creationId xmlns:a16="http://schemas.microsoft.com/office/drawing/2014/main" id="{8E6D622D-C0BB-A2E5-3D5D-5C16D78C05D2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2"/>
            </p:custDataLst>
          </p:nvPr>
        </p:nvSpPr>
        <p:spPr>
          <a:xfrm>
            <a:off x="3395663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9C54EA3-73B0-F1F9-EE54-4A4A6C12D778}"/>
              </a:ext>
            </a:extLst>
          </p:cNvPr>
          <p:cNvSpPr/>
          <p:nvPr userDrawn="1"/>
        </p:nvSpPr>
        <p:spPr>
          <a:xfrm>
            <a:off x="6208225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 3">
            <a:extLst>
              <a:ext uri="{FF2B5EF4-FFF2-40B4-BE49-F238E27FC236}">
                <a16:creationId xmlns:a16="http://schemas.microsoft.com/office/drawing/2014/main" id="{A6088B3A-B7C4-E400-13A1-30A990CA0320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3"/>
            </p:custDataLst>
          </p:nvPr>
        </p:nvSpPr>
        <p:spPr>
          <a:xfrm>
            <a:off x="6208225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D218F089-FAE1-871B-8094-397B6497E91D}"/>
              </a:ext>
            </a:extLst>
          </p:cNvPr>
          <p:cNvSpPr/>
          <p:nvPr userDrawn="1"/>
        </p:nvSpPr>
        <p:spPr>
          <a:xfrm>
            <a:off x="9012237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 4">
            <a:extLst>
              <a:ext uri="{FF2B5EF4-FFF2-40B4-BE49-F238E27FC236}">
                <a16:creationId xmlns:a16="http://schemas.microsoft.com/office/drawing/2014/main" id="{38BCB0D6-F854-4F6C-15ED-092810FEB250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4"/>
            </p:custDataLst>
          </p:nvPr>
        </p:nvSpPr>
        <p:spPr>
          <a:xfrm>
            <a:off x="9012237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790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48CA2F4-DDDA-B0A1-31F2-47C4968E0547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2840078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5106123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672625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7335924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Subtitle Placeholder 5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1"/>
            </p:custDataLst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>
            <p:ph type="body" idx="49"/>
            <p:custDataLst>
              <p:tags r:id="rId12"/>
            </p:custDataLst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B60F9F9-E27B-3EA1-23AC-A5C0F17EEAA8}"/>
              </a:ext>
            </a:extLst>
          </p:cNvPr>
          <p:cNvSpPr/>
          <p:nvPr userDrawn="1"/>
        </p:nvSpPr>
        <p:spPr>
          <a:xfrm>
            <a:off x="591649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051014AC-7F22-7641-1883-0D82EE224F63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13"/>
            </p:custDataLst>
          </p:nvPr>
        </p:nvSpPr>
        <p:spPr>
          <a:xfrm>
            <a:off x="591650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0976540-AE30-88FC-8414-CA50A550F0B5}"/>
              </a:ext>
            </a:extLst>
          </p:cNvPr>
          <p:cNvSpPr/>
          <p:nvPr userDrawn="1"/>
        </p:nvSpPr>
        <p:spPr>
          <a:xfrm>
            <a:off x="2840078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 2">
            <a:extLst>
              <a:ext uri="{FF2B5EF4-FFF2-40B4-BE49-F238E27FC236}">
                <a16:creationId xmlns:a16="http://schemas.microsoft.com/office/drawing/2014/main" id="{D12F69EA-6B22-526D-6903-7519716EED45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14"/>
            </p:custDataLst>
          </p:nvPr>
        </p:nvSpPr>
        <p:spPr>
          <a:xfrm>
            <a:off x="2840078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C40EED84-8D5B-0E76-35BA-E655C130DC93}"/>
              </a:ext>
            </a:extLst>
          </p:cNvPr>
          <p:cNvSpPr/>
          <p:nvPr userDrawn="1"/>
        </p:nvSpPr>
        <p:spPr>
          <a:xfrm>
            <a:off x="5106123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 3">
            <a:extLst>
              <a:ext uri="{FF2B5EF4-FFF2-40B4-BE49-F238E27FC236}">
                <a16:creationId xmlns:a16="http://schemas.microsoft.com/office/drawing/2014/main" id="{AC363315-4735-25D0-B483-7E4E8820CCA6}"/>
              </a:ext>
            </a:extLst>
          </p:cNvPr>
          <p:cNvSpPr>
            <a:spLocks noGrp="1"/>
          </p:cNvSpPr>
          <p:nvPr>
            <p:ph type="body" idx="53" hasCustomPrompt="1"/>
            <p:custDataLst>
              <p:tags r:id="rId15"/>
            </p:custDataLst>
          </p:nvPr>
        </p:nvSpPr>
        <p:spPr>
          <a:xfrm>
            <a:off x="5106123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B3AD1FA5-85F1-7CB4-66A2-94AF7F3A0412}"/>
              </a:ext>
            </a:extLst>
          </p:cNvPr>
          <p:cNvSpPr/>
          <p:nvPr userDrawn="1"/>
        </p:nvSpPr>
        <p:spPr>
          <a:xfrm>
            <a:off x="7335924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Milestone Placeholder 4">
            <a:extLst>
              <a:ext uri="{FF2B5EF4-FFF2-40B4-BE49-F238E27FC236}">
                <a16:creationId xmlns:a16="http://schemas.microsoft.com/office/drawing/2014/main" id="{E7D75203-5C9F-C24D-F3D6-599AB108A86A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6"/>
            </p:custDataLst>
          </p:nvPr>
        </p:nvSpPr>
        <p:spPr>
          <a:xfrm>
            <a:off x="7335924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8FE1E665-37B3-56D4-E2D8-AEB6C3790D5D}"/>
              </a:ext>
            </a:extLst>
          </p:cNvPr>
          <p:cNvSpPr/>
          <p:nvPr userDrawn="1"/>
        </p:nvSpPr>
        <p:spPr>
          <a:xfrm>
            <a:off x="9588625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Milestone Placeholder 5">
            <a:extLst>
              <a:ext uri="{FF2B5EF4-FFF2-40B4-BE49-F238E27FC236}">
                <a16:creationId xmlns:a16="http://schemas.microsoft.com/office/drawing/2014/main" id="{395DA238-AC4E-8BD1-F718-EF32E5336A14}"/>
              </a:ext>
            </a:extLst>
          </p:cNvPr>
          <p:cNvSpPr>
            <a:spLocks noGrp="1"/>
          </p:cNvSpPr>
          <p:nvPr>
            <p:ph type="body" idx="55" hasCustomPrompt="1"/>
            <p:custDataLst>
              <p:tags r:id="rId17"/>
            </p:custDataLst>
          </p:nvPr>
        </p:nvSpPr>
        <p:spPr>
          <a:xfrm>
            <a:off x="9588625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1859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D74310-20BA-EC1E-5B61-14E9FFB3FB15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809632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8C291B19-9C59-7A5E-6181-3B531E0F57C3}"/>
              </a:ext>
            </a:extLst>
          </p:cNvPr>
          <p:cNvSpPr/>
          <p:nvPr userDrawn="1"/>
        </p:nvSpPr>
        <p:spPr>
          <a:xfrm>
            <a:off x="58737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92B260A-E024-5FCF-2E6A-F3FF10A19CD1}"/>
              </a:ext>
            </a:extLst>
          </p:cNvPr>
          <p:cNvSpPr/>
          <p:nvPr userDrawn="1"/>
        </p:nvSpPr>
        <p:spPr>
          <a:xfrm>
            <a:off x="245890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D21F401-CD7E-C03D-5A75-DF617757E7B8}"/>
              </a:ext>
            </a:extLst>
          </p:cNvPr>
          <p:cNvSpPr/>
          <p:nvPr userDrawn="1"/>
        </p:nvSpPr>
        <p:spPr>
          <a:xfrm>
            <a:off x="433043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58EF337-E698-C1FA-B8B5-5F71005D3F26}"/>
              </a:ext>
            </a:extLst>
          </p:cNvPr>
          <p:cNvSpPr/>
          <p:nvPr userDrawn="1"/>
        </p:nvSpPr>
        <p:spPr>
          <a:xfrm>
            <a:off x="620196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1A30095-CCC5-3BB3-BF43-263DE41025E0}"/>
              </a:ext>
            </a:extLst>
          </p:cNvPr>
          <p:cNvSpPr/>
          <p:nvPr userDrawn="1"/>
        </p:nvSpPr>
        <p:spPr>
          <a:xfrm>
            <a:off x="807349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2491B3F1-9639-DDDF-3D2F-04BBCA705939}"/>
              </a:ext>
            </a:extLst>
          </p:cNvPr>
          <p:cNvSpPr/>
          <p:nvPr userDrawn="1"/>
        </p:nvSpPr>
        <p:spPr>
          <a:xfrm>
            <a:off x="994502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58737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Milestone Placeholder 2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4"/>
            </p:custDataLst>
          </p:nvPr>
        </p:nvSpPr>
        <p:spPr>
          <a:xfrm>
            <a:off x="245890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 3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5"/>
            </p:custDataLst>
          </p:nvPr>
        </p:nvSpPr>
        <p:spPr>
          <a:xfrm>
            <a:off x="433043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 4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6"/>
            </p:custDataLst>
          </p:nvPr>
        </p:nvSpPr>
        <p:spPr>
          <a:xfrm>
            <a:off x="620196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 5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7"/>
            </p:custDataLst>
          </p:nvPr>
        </p:nvSpPr>
        <p:spPr>
          <a:xfrm>
            <a:off x="807349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 6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8"/>
            </p:custDataLst>
          </p:nvPr>
        </p:nvSpPr>
        <p:spPr>
          <a:xfrm>
            <a:off x="994502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 1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  <p:custDataLst>
              <p:tags r:id="rId11"/>
            </p:custDataLst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 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2"/>
            </p:custDataLst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  <p:custDataLst>
              <p:tags r:id="rId13"/>
            </p:custDataLst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 3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4"/>
            </p:custDataLst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  <p:custDataLst>
              <p:tags r:id="rId15"/>
            </p:custDataLst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 4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6"/>
            </p:custDataLst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  <p:custDataLst>
              <p:tags r:id="rId17"/>
            </p:custDataLst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 5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8"/>
            </p:custDataLst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  <p:custDataLst>
              <p:tags r:id="rId19"/>
            </p:custDataLst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 6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20"/>
            </p:custDataLst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pic>
        <p:nvPicPr>
          <p:cNvPr id="11" name="Free Badge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0378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407EAB9-C914-C8E0-07DE-CC586ED168E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Ellipse">
            <a:extLst>
              <a:ext uri="{FF2B5EF4-FFF2-40B4-BE49-F238E27FC236}">
                <a16:creationId xmlns:a16="http://schemas.microsoft.com/office/drawing/2014/main" id="{39E0A6E2-94E4-5023-9DAB-83851A28247B}"/>
              </a:ext>
            </a:extLst>
          </p:cNvPr>
          <p:cNvSpPr/>
          <p:nvPr userDrawn="1"/>
        </p:nvSpPr>
        <p:spPr>
          <a:xfrm>
            <a:off x="4352769" y="2804621"/>
            <a:ext cx="3506944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83832DE-E5C6-1A79-82D7-083CECBFF5F0}"/>
              </a:ext>
            </a:extLst>
          </p:cNvPr>
          <p:cNvSpPr/>
          <p:nvPr userDrawn="1"/>
        </p:nvSpPr>
        <p:spPr>
          <a:xfrm rot="5400000">
            <a:off x="7519018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Ellipse">
            <a:extLst>
              <a:ext uri="{FF2B5EF4-FFF2-40B4-BE49-F238E27FC236}">
                <a16:creationId xmlns:a16="http://schemas.microsoft.com/office/drawing/2014/main" id="{F9B559FE-F868-5779-6C3E-033E43A07A3A}"/>
              </a:ext>
            </a:extLst>
          </p:cNvPr>
          <p:cNvSpPr/>
          <p:nvPr userDrawn="1"/>
        </p:nvSpPr>
        <p:spPr>
          <a:xfrm>
            <a:off x="8075614" y="2804621"/>
            <a:ext cx="3529012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6967777-B2F3-2EB3-094A-1A78B0997D51}"/>
              </a:ext>
            </a:extLst>
          </p:cNvPr>
          <p:cNvSpPr/>
          <p:nvPr userDrawn="1"/>
        </p:nvSpPr>
        <p:spPr>
          <a:xfrm rot="5400000">
            <a:off x="11263930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2BC3F7B2-19DC-8724-9EE6-90D903BFCE11}"/>
              </a:ext>
            </a:extLst>
          </p:cNvPr>
          <p:cNvSpPr/>
          <p:nvPr userDrawn="1"/>
        </p:nvSpPr>
        <p:spPr>
          <a:xfrm>
            <a:off x="591649" y="2804621"/>
            <a:ext cx="3524739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9C5167E-4384-6A94-852F-2CDB4F018DB2}"/>
              </a:ext>
            </a:extLst>
          </p:cNvPr>
          <p:cNvSpPr/>
          <p:nvPr userDrawn="1"/>
        </p:nvSpPr>
        <p:spPr>
          <a:xfrm rot="5400000">
            <a:off x="3775693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804621"/>
            <a:ext cx="3219734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4352768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8097680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1" name="Straight Connector">
            <a:extLst>
              <a:ext uri="{FF2B5EF4-FFF2-40B4-BE49-F238E27FC236}">
                <a16:creationId xmlns:a16="http://schemas.microsoft.com/office/drawing/2014/main" id="{81418EF6-4E15-FCF0-D169-B347892E552B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7C887D68-6F40-78A4-FD3B-096FED1A54B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362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C3A608C-E42F-DB8F-AEBB-C0026E06E2C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26661785-C7F6-A804-FCB7-6D3C45B80C54}"/>
              </a:ext>
            </a:extLst>
          </p:cNvPr>
          <p:cNvSpPr/>
          <p:nvPr userDrawn="1"/>
        </p:nvSpPr>
        <p:spPr>
          <a:xfrm>
            <a:off x="587375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6AF7F01-1313-A1CC-5A13-6B2B5531CD6F}"/>
              </a:ext>
            </a:extLst>
          </p:cNvPr>
          <p:cNvSpPr/>
          <p:nvPr userDrawn="1"/>
        </p:nvSpPr>
        <p:spPr>
          <a:xfrm rot="5400000">
            <a:off x="2839068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Ellipse">
            <a:extLst>
              <a:ext uri="{FF2B5EF4-FFF2-40B4-BE49-F238E27FC236}">
                <a16:creationId xmlns:a16="http://schemas.microsoft.com/office/drawing/2014/main" id="{89A333F5-5377-ADF5-0D76-6555CEA802A7}"/>
              </a:ext>
            </a:extLst>
          </p:cNvPr>
          <p:cNvSpPr/>
          <p:nvPr userDrawn="1"/>
        </p:nvSpPr>
        <p:spPr>
          <a:xfrm>
            <a:off x="3391389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314BF19-7EFE-2A99-A1D2-E22605DBCA55}"/>
              </a:ext>
            </a:extLst>
          </p:cNvPr>
          <p:cNvSpPr/>
          <p:nvPr userDrawn="1"/>
        </p:nvSpPr>
        <p:spPr>
          <a:xfrm rot="5400000">
            <a:off x="5643082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Ellipse">
            <a:extLst>
              <a:ext uri="{FF2B5EF4-FFF2-40B4-BE49-F238E27FC236}">
                <a16:creationId xmlns:a16="http://schemas.microsoft.com/office/drawing/2014/main" id="{3E87863C-9E47-F875-ED22-2AEB67B304E2}"/>
              </a:ext>
            </a:extLst>
          </p:cNvPr>
          <p:cNvSpPr/>
          <p:nvPr userDrawn="1"/>
        </p:nvSpPr>
        <p:spPr>
          <a:xfrm>
            <a:off x="6203950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04420FD-83B4-CE8E-19B9-F7C6C38DDD3F}"/>
              </a:ext>
            </a:extLst>
          </p:cNvPr>
          <p:cNvSpPr/>
          <p:nvPr userDrawn="1"/>
        </p:nvSpPr>
        <p:spPr>
          <a:xfrm rot="5400000">
            <a:off x="8455643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Ellipse">
            <a:extLst>
              <a:ext uri="{FF2B5EF4-FFF2-40B4-BE49-F238E27FC236}">
                <a16:creationId xmlns:a16="http://schemas.microsoft.com/office/drawing/2014/main" id="{B987DC4D-C07C-9B1C-CB0C-6F54AC19F575}"/>
              </a:ext>
            </a:extLst>
          </p:cNvPr>
          <p:cNvSpPr/>
          <p:nvPr userDrawn="1"/>
        </p:nvSpPr>
        <p:spPr>
          <a:xfrm>
            <a:off x="9007962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59E5FB1-4CE6-A88D-3296-FBFEA5823B62}"/>
              </a:ext>
            </a:extLst>
          </p:cNvPr>
          <p:cNvSpPr/>
          <p:nvPr userDrawn="1"/>
        </p:nvSpPr>
        <p:spPr>
          <a:xfrm rot="5400000">
            <a:off x="11259655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801031"/>
            <a:ext cx="2279345" cy="875588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3395663" y="2801425"/>
            <a:ext cx="2279345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6208226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  <p:custDataLst>
              <p:tags r:id="rId12"/>
            </p:custDataLst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  <p:custDataLst>
              <p:tags r:id="rId13"/>
            </p:custDataLst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 4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9012238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5" name="Straight Connector">
            <a:extLst>
              <a:ext uri="{FF2B5EF4-FFF2-40B4-BE49-F238E27FC236}">
                <a16:creationId xmlns:a16="http://schemas.microsoft.com/office/drawing/2014/main" id="{792B7E05-EECF-F6C3-624B-7DDB8A0E824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3901893"/>
            <a:ext cx="0" cy="2374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">
            <a:extLst>
              <a:ext uri="{FF2B5EF4-FFF2-40B4-BE49-F238E27FC236}">
                <a16:creationId xmlns:a16="http://schemas.microsoft.com/office/drawing/2014/main" id="{04FB9B1B-5ADB-09E6-481D-34BAB46B84DC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0CA14D6E-139D-A3AE-BA6E-34613C2FD1AF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845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4584C3C-4256-7CE0-100E-B1FF8A92D63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Ellipse">
            <a:extLst>
              <a:ext uri="{FF2B5EF4-FFF2-40B4-BE49-F238E27FC236}">
                <a16:creationId xmlns:a16="http://schemas.microsoft.com/office/drawing/2014/main" id="{323AE6BB-A198-008A-0898-475ED5885CD6}"/>
              </a:ext>
            </a:extLst>
          </p:cNvPr>
          <p:cNvSpPr/>
          <p:nvPr userDrawn="1"/>
        </p:nvSpPr>
        <p:spPr>
          <a:xfrm>
            <a:off x="587375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5DF0834-0A95-40C0-F058-63DC0FB088C3}"/>
              </a:ext>
            </a:extLst>
          </p:cNvPr>
          <p:cNvSpPr/>
          <p:nvPr userDrawn="1"/>
        </p:nvSpPr>
        <p:spPr>
          <a:xfrm rot="5400000">
            <a:off x="226695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Ellipse">
            <a:extLst>
              <a:ext uri="{FF2B5EF4-FFF2-40B4-BE49-F238E27FC236}">
                <a16:creationId xmlns:a16="http://schemas.microsoft.com/office/drawing/2014/main" id="{F45044DB-BE3F-3142-D551-D0485FE09AF7}"/>
              </a:ext>
            </a:extLst>
          </p:cNvPr>
          <p:cNvSpPr/>
          <p:nvPr userDrawn="1"/>
        </p:nvSpPr>
        <p:spPr>
          <a:xfrm>
            <a:off x="2840078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E5E8C068-73D2-F1F1-02A8-3EBACB5622C9}"/>
              </a:ext>
            </a:extLst>
          </p:cNvPr>
          <p:cNvSpPr/>
          <p:nvPr userDrawn="1"/>
        </p:nvSpPr>
        <p:spPr>
          <a:xfrm rot="5400000">
            <a:off x="4519657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Ellipse">
            <a:extLst>
              <a:ext uri="{FF2B5EF4-FFF2-40B4-BE49-F238E27FC236}">
                <a16:creationId xmlns:a16="http://schemas.microsoft.com/office/drawing/2014/main" id="{19A7CBF7-6CB3-8752-663A-3CB44577A079}"/>
              </a:ext>
            </a:extLst>
          </p:cNvPr>
          <p:cNvSpPr/>
          <p:nvPr userDrawn="1"/>
        </p:nvSpPr>
        <p:spPr>
          <a:xfrm>
            <a:off x="5106123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4055EDA-6ADB-67F5-4FD6-AFA2A1FD7F09}"/>
              </a:ext>
            </a:extLst>
          </p:cNvPr>
          <p:cNvSpPr/>
          <p:nvPr userDrawn="1"/>
        </p:nvSpPr>
        <p:spPr>
          <a:xfrm rot="5400000">
            <a:off x="6785702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Ellipse">
            <a:extLst>
              <a:ext uri="{FF2B5EF4-FFF2-40B4-BE49-F238E27FC236}">
                <a16:creationId xmlns:a16="http://schemas.microsoft.com/office/drawing/2014/main" id="{A662155E-F7B1-4BA5-30A6-D024F0E37F42}"/>
              </a:ext>
            </a:extLst>
          </p:cNvPr>
          <p:cNvSpPr/>
          <p:nvPr userDrawn="1"/>
        </p:nvSpPr>
        <p:spPr>
          <a:xfrm>
            <a:off x="7335924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9F52DD8F-F8AA-E539-EFAC-F39791BA41BF}"/>
              </a:ext>
            </a:extLst>
          </p:cNvPr>
          <p:cNvSpPr/>
          <p:nvPr userDrawn="1"/>
        </p:nvSpPr>
        <p:spPr>
          <a:xfrm rot="5400000">
            <a:off x="9015503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Ellipse">
            <a:extLst>
              <a:ext uri="{FF2B5EF4-FFF2-40B4-BE49-F238E27FC236}">
                <a16:creationId xmlns:a16="http://schemas.microsoft.com/office/drawing/2014/main" id="{F437F1FF-2C17-EAC0-A07E-BA3E00A11C7D}"/>
              </a:ext>
            </a:extLst>
          </p:cNvPr>
          <p:cNvSpPr/>
          <p:nvPr userDrawn="1"/>
        </p:nvSpPr>
        <p:spPr>
          <a:xfrm>
            <a:off x="9588625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EF58DD2B-C27D-2FF9-5EDE-1678E2B63CB8}"/>
              </a:ext>
            </a:extLst>
          </p:cNvPr>
          <p:cNvSpPr/>
          <p:nvPr userDrawn="1"/>
        </p:nvSpPr>
        <p:spPr>
          <a:xfrm rot="5400000">
            <a:off x="1126820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  <p:custDataLst>
              <p:tags r:id="rId3"/>
            </p:custDataLst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  <p:custDataLst>
              <p:tags r:id="rId4"/>
            </p:custDataLst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  <p:custDataLst>
              <p:tags r:id="rId5"/>
            </p:custDataLst>
          </p:nvPr>
        </p:nvSpPr>
        <p:spPr>
          <a:xfrm>
            <a:off x="2840893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  <p:custDataLst>
              <p:tags r:id="rId6"/>
            </p:custDataLst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  <p:custDataLst>
              <p:tags r:id="rId7"/>
            </p:custDataLst>
          </p:nvPr>
        </p:nvSpPr>
        <p:spPr>
          <a:xfrm>
            <a:off x="5090137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  <p:custDataLst>
              <p:tags r:id="rId8"/>
            </p:custDataLst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 1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  <p:custDataLst>
              <p:tags r:id="rId9"/>
            </p:custDataLst>
          </p:nvPr>
        </p:nvSpPr>
        <p:spPr>
          <a:xfrm>
            <a:off x="591649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" name="Milestone Placeholder 2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  <p:custDataLst>
              <p:tags r:id="rId10"/>
            </p:custDataLst>
          </p:nvPr>
        </p:nvSpPr>
        <p:spPr>
          <a:xfrm>
            <a:off x="2840078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5" name="Milestone Placeholder 3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  <p:custDataLst>
              <p:tags r:id="rId11"/>
            </p:custDataLst>
          </p:nvPr>
        </p:nvSpPr>
        <p:spPr>
          <a:xfrm>
            <a:off x="5106123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  <p:custDataLst>
              <p:tags r:id="rId12"/>
            </p:custDataLst>
          </p:nvPr>
        </p:nvSpPr>
        <p:spPr>
          <a:xfrm>
            <a:off x="7339381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  <p:custDataLst>
              <p:tags r:id="rId13"/>
            </p:custDataLst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 4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  <p:custDataLst>
              <p:tags r:id="rId14"/>
            </p:custDataLst>
          </p:nvPr>
        </p:nvSpPr>
        <p:spPr>
          <a:xfrm>
            <a:off x="7335924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6" name="Subtitle Placeholder 5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 userDrawn="1">
            <p:ph type="body" idx="48" hasCustomPrompt="1"/>
            <p:custDataLst>
              <p:tags r:id="rId15"/>
            </p:custDataLst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 userDrawn="1">
            <p:ph type="body" idx="49"/>
            <p:custDataLst>
              <p:tags r:id="rId16"/>
            </p:custDataLst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Milestone Placeholder 5">
            <a:extLst>
              <a:ext uri="{FF2B5EF4-FFF2-40B4-BE49-F238E27FC236}">
                <a16:creationId xmlns:a16="http://schemas.microsoft.com/office/drawing/2014/main" id="{274890B7-3C33-EDA7-2F0D-DC5C26D3F207}"/>
              </a:ext>
            </a:extLst>
          </p:cNvPr>
          <p:cNvSpPr>
            <a:spLocks noGrp="1"/>
          </p:cNvSpPr>
          <p:nvPr userDrawn="1">
            <p:ph type="body" idx="50" hasCustomPrompt="1"/>
            <p:custDataLst>
              <p:tags r:id="rId17"/>
            </p:custDataLst>
          </p:nvPr>
        </p:nvSpPr>
        <p:spPr>
          <a:xfrm>
            <a:off x="9588625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cxnSp>
        <p:nvCxnSpPr>
          <p:cNvPr id="43" name="Straight Connector">
            <a:extLst>
              <a:ext uri="{FF2B5EF4-FFF2-40B4-BE49-F238E27FC236}">
                <a16:creationId xmlns:a16="http://schemas.microsoft.com/office/drawing/2014/main" id="{2DB2948C-70FE-6D61-7E25-A6515892ABAB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271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">
            <a:extLst>
              <a:ext uri="{FF2B5EF4-FFF2-40B4-BE49-F238E27FC236}">
                <a16:creationId xmlns:a16="http://schemas.microsoft.com/office/drawing/2014/main" id="{BEE356B6-F428-CB0A-A4F8-1CCF3D7658AC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3515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FC476EF4-09A4-BCD8-A7BD-2AA780BEC4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2759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">
            <a:extLst>
              <a:ext uri="{FF2B5EF4-FFF2-40B4-BE49-F238E27FC236}">
                <a16:creationId xmlns:a16="http://schemas.microsoft.com/office/drawing/2014/main" id="{F96BABBF-3889-B9C8-5A54-DBAE7E9D1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9472003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Free Badge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474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CB4238-0496-7E74-878E-B795C7B5D876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3A094A-EEF7-607F-EF14-C55152301A6B}"/>
              </a:ext>
            </a:extLst>
          </p:cNvPr>
          <p:cNvGrpSpPr/>
          <p:nvPr userDrawn="1"/>
        </p:nvGrpSpPr>
        <p:grpSpPr>
          <a:xfrm>
            <a:off x="587374" y="2371838"/>
            <a:ext cx="1659599" cy="875588"/>
            <a:chOff x="948049" y="1831721"/>
            <a:chExt cx="1659599" cy="875588"/>
          </a:xfrm>
        </p:grpSpPr>
        <p:sp>
          <p:nvSpPr>
            <p:cNvPr id="12" name="Ellipse">
              <a:extLst>
                <a:ext uri="{FF2B5EF4-FFF2-40B4-BE49-F238E27FC236}">
                  <a16:creationId xmlns:a16="http://schemas.microsoft.com/office/drawing/2014/main" id="{13CDD169-48E3-2C99-4004-DD00FE98D825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763F9A6D-C2EA-9E16-6198-F5A5CDC3C7A1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B180DC-D00E-A276-746E-12B8D120746F}"/>
              </a:ext>
            </a:extLst>
          </p:cNvPr>
          <p:cNvGrpSpPr/>
          <p:nvPr userDrawn="1"/>
        </p:nvGrpSpPr>
        <p:grpSpPr>
          <a:xfrm>
            <a:off x="2458904" y="2371838"/>
            <a:ext cx="1659599" cy="875588"/>
            <a:chOff x="948049" y="1831721"/>
            <a:chExt cx="1659599" cy="875588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810DCBC1-A993-C4FC-42D0-8BCD8AFAC72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3747459-52F4-9053-244F-783D536C0D06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725A28-2D8A-9783-98FB-A56D97709619}"/>
              </a:ext>
            </a:extLst>
          </p:cNvPr>
          <p:cNvGrpSpPr/>
          <p:nvPr userDrawn="1"/>
        </p:nvGrpSpPr>
        <p:grpSpPr>
          <a:xfrm>
            <a:off x="4330434" y="2371838"/>
            <a:ext cx="1659599" cy="875588"/>
            <a:chOff x="948049" y="1831721"/>
            <a:chExt cx="1659599" cy="875588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4C978038-D33C-EB6B-968F-7964C78A70E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D685892-B84D-6A93-05F2-80F2A81B5039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55A871-E435-E5DE-E5FF-359C6DFA3B8B}"/>
              </a:ext>
            </a:extLst>
          </p:cNvPr>
          <p:cNvGrpSpPr/>
          <p:nvPr userDrawn="1"/>
        </p:nvGrpSpPr>
        <p:grpSpPr>
          <a:xfrm>
            <a:off x="6201964" y="2371838"/>
            <a:ext cx="1659599" cy="875588"/>
            <a:chOff x="948049" y="1831721"/>
            <a:chExt cx="1659599" cy="875588"/>
          </a:xfrm>
        </p:grpSpPr>
        <p:sp>
          <p:nvSpPr>
            <p:cNvPr id="22" name="Ellipse">
              <a:extLst>
                <a:ext uri="{FF2B5EF4-FFF2-40B4-BE49-F238E27FC236}">
                  <a16:creationId xmlns:a16="http://schemas.microsoft.com/office/drawing/2014/main" id="{C7F08527-4295-A875-0E61-B794A4B03D6C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57CD8EF-82F8-6455-8EFD-72E5BBD936F3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64AFF3-8E80-4766-C55F-E6633334E98A}"/>
              </a:ext>
            </a:extLst>
          </p:cNvPr>
          <p:cNvGrpSpPr/>
          <p:nvPr userDrawn="1"/>
        </p:nvGrpSpPr>
        <p:grpSpPr>
          <a:xfrm>
            <a:off x="8073494" y="2371838"/>
            <a:ext cx="1659599" cy="875588"/>
            <a:chOff x="948049" y="1831721"/>
            <a:chExt cx="1659599" cy="875588"/>
          </a:xfrm>
        </p:grpSpPr>
        <p:sp>
          <p:nvSpPr>
            <p:cNvPr id="26" name="Ellipse">
              <a:extLst>
                <a:ext uri="{FF2B5EF4-FFF2-40B4-BE49-F238E27FC236}">
                  <a16:creationId xmlns:a16="http://schemas.microsoft.com/office/drawing/2014/main" id="{ACB72E8C-9BF8-6AE4-5453-D405439C9BEE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62424A6-7F75-98D1-2210-8FAA7B5C474F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FC4D06-01EA-43E2-C5C4-54AAF3266063}"/>
              </a:ext>
            </a:extLst>
          </p:cNvPr>
          <p:cNvGrpSpPr/>
          <p:nvPr userDrawn="1"/>
        </p:nvGrpSpPr>
        <p:grpSpPr>
          <a:xfrm>
            <a:off x="9945024" y="2371838"/>
            <a:ext cx="1659599" cy="875588"/>
            <a:chOff x="948049" y="1831721"/>
            <a:chExt cx="1659599" cy="875588"/>
          </a:xfrm>
        </p:grpSpPr>
        <p:sp>
          <p:nvSpPr>
            <p:cNvPr id="29" name="Ellipse">
              <a:extLst>
                <a:ext uri="{FF2B5EF4-FFF2-40B4-BE49-F238E27FC236}">
                  <a16:creationId xmlns:a16="http://schemas.microsoft.com/office/drawing/2014/main" id="{8FC0BC21-5124-F59C-A6ED-FABA12E8A32D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ED29AA8C-ACBB-E552-4D2D-66E658F24390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Milestone Placeholder 1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3"/>
            </p:custDataLst>
          </p:nvPr>
        </p:nvSpPr>
        <p:spPr>
          <a:xfrm>
            <a:off x="58737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Milestone Placeholder 2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4"/>
            </p:custDataLst>
          </p:nvPr>
        </p:nvSpPr>
        <p:spPr>
          <a:xfrm>
            <a:off x="245890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 3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5"/>
            </p:custDataLst>
          </p:nvPr>
        </p:nvSpPr>
        <p:spPr>
          <a:xfrm>
            <a:off x="433043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 4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  <p:custDataLst>
              <p:tags r:id="rId6"/>
            </p:custDataLst>
          </p:nvPr>
        </p:nvSpPr>
        <p:spPr>
          <a:xfrm>
            <a:off x="620196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 5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  <p:custDataLst>
              <p:tags r:id="rId7"/>
            </p:custDataLst>
          </p:nvPr>
        </p:nvSpPr>
        <p:spPr>
          <a:xfrm>
            <a:off x="807349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 6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  <p:custDataLst>
              <p:tags r:id="rId8"/>
            </p:custDataLst>
          </p:nvPr>
        </p:nvSpPr>
        <p:spPr>
          <a:xfrm>
            <a:off x="994502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  <p:custDataLst>
              <p:tags r:id="rId9"/>
            </p:custDataLst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 1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0"/>
            </p:custDataLst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  <p:custDataLst>
              <p:tags r:id="rId11"/>
            </p:custDataLst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 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  <p:custDataLst>
              <p:tags r:id="rId12"/>
            </p:custDataLst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  <p:custDataLst>
              <p:tags r:id="rId13"/>
            </p:custDataLst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 3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  <p:custDataLst>
              <p:tags r:id="rId14"/>
            </p:custDataLst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  <p:custDataLst>
              <p:tags r:id="rId15"/>
            </p:custDataLst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 4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  <p:custDataLst>
              <p:tags r:id="rId16"/>
            </p:custDataLst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  <p:custDataLst>
              <p:tags r:id="rId17"/>
            </p:custDataLst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 5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  <p:custDataLst>
              <p:tags r:id="rId18"/>
            </p:custDataLst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  <p:custDataLst>
              <p:tags r:id="rId19"/>
            </p:custDataLst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 6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  <p:custDataLst>
              <p:tags r:id="rId20"/>
            </p:custDataLst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039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58">
            <a:extLst>
              <a:ext uri="{FF2B5EF4-FFF2-40B4-BE49-F238E27FC236}">
                <a16:creationId xmlns:a16="http://schemas.microsoft.com/office/drawing/2014/main" id="{5A26558B-0525-FB29-EF45-80C92BDA03D5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Graphic" descr="Портфель со сплошной заливкой">
            <a:extLst>
              <a:ext uri="{FF2B5EF4-FFF2-40B4-BE49-F238E27FC236}">
                <a16:creationId xmlns:a16="http://schemas.microsoft.com/office/drawing/2014/main" id="{344C855E-92EC-2C28-0571-62C38248954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Title Placeholder">
            <a:extLst>
              <a:ext uri="{FF2B5EF4-FFF2-40B4-BE49-F238E27FC236}">
                <a16:creationId xmlns:a16="http://schemas.microsoft.com/office/drawing/2014/main" id="{B22F82B4-6412-294B-FDD1-48AB364A232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3368CB5-12A6-51B1-428D-1F28EC9419F9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9" name="Group 44">
            <a:extLst>
              <a:ext uri="{FF2B5EF4-FFF2-40B4-BE49-F238E27FC236}">
                <a16:creationId xmlns:a16="http://schemas.microsoft.com/office/drawing/2014/main" id="{AC960928-8B2C-B317-78E1-90189127D736}"/>
              </a:ext>
            </a:extLst>
          </p:cNvPr>
          <p:cNvGrpSpPr/>
          <p:nvPr userDrawn="1"/>
        </p:nvGrpSpPr>
        <p:grpSpPr>
          <a:xfrm>
            <a:off x="6203950" y="2109046"/>
            <a:ext cx="720000" cy="720000"/>
            <a:chOff x="1861702" y="3745269"/>
            <a:chExt cx="720000" cy="720000"/>
          </a:xfrm>
        </p:grpSpPr>
        <p:sp>
          <p:nvSpPr>
            <p:cNvPr id="10" name="Ellipse">
              <a:extLst>
                <a:ext uri="{FF2B5EF4-FFF2-40B4-BE49-F238E27FC236}">
                  <a16:creationId xmlns:a16="http://schemas.microsoft.com/office/drawing/2014/main" id="{7601F897-D78F-05AB-4F01-7A36AF2CA475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" name="Рисунок 80" descr="Земля контур">
              <a:extLst>
                <a:ext uri="{FF2B5EF4-FFF2-40B4-BE49-F238E27FC236}">
                  <a16:creationId xmlns:a16="http://schemas.microsoft.com/office/drawing/2014/main" id="{36DF1F58-62F3-AA61-02BC-246516E4A0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12" name="Group 45">
            <a:extLst>
              <a:ext uri="{FF2B5EF4-FFF2-40B4-BE49-F238E27FC236}">
                <a16:creationId xmlns:a16="http://schemas.microsoft.com/office/drawing/2014/main" id="{16CA26DB-7821-3826-5A1D-64AD65C7F0DC}"/>
              </a:ext>
            </a:extLst>
          </p:cNvPr>
          <p:cNvGrpSpPr/>
          <p:nvPr userDrawn="1"/>
        </p:nvGrpSpPr>
        <p:grpSpPr>
          <a:xfrm>
            <a:off x="6203950" y="3249795"/>
            <a:ext cx="720000" cy="720000"/>
            <a:chOff x="2221702" y="5269296"/>
            <a:chExt cx="720000" cy="720000"/>
          </a:xfrm>
        </p:grpSpPr>
        <p:sp>
          <p:nvSpPr>
            <p:cNvPr id="13" name="Ellipse">
              <a:extLst>
                <a:ext uri="{FF2B5EF4-FFF2-40B4-BE49-F238E27FC236}">
                  <a16:creationId xmlns:a16="http://schemas.microsoft.com/office/drawing/2014/main" id="{C4E29D4C-04F1-26C9-EF5C-CCCEEA04935C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Рисунок 85" descr="Конверт контур">
              <a:extLst>
                <a:ext uri="{FF2B5EF4-FFF2-40B4-BE49-F238E27FC236}">
                  <a16:creationId xmlns:a16="http://schemas.microsoft.com/office/drawing/2014/main" id="{D3A91794-7213-B35A-DFF0-F37BD4FB99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15" name="Group 46">
            <a:extLst>
              <a:ext uri="{FF2B5EF4-FFF2-40B4-BE49-F238E27FC236}">
                <a16:creationId xmlns:a16="http://schemas.microsoft.com/office/drawing/2014/main" id="{FA3DCA17-864A-8C7D-6DA1-C8D665E954E1}"/>
              </a:ext>
            </a:extLst>
          </p:cNvPr>
          <p:cNvGrpSpPr/>
          <p:nvPr userDrawn="1"/>
        </p:nvGrpSpPr>
        <p:grpSpPr>
          <a:xfrm>
            <a:off x="6203950" y="4401798"/>
            <a:ext cx="720000" cy="720000"/>
            <a:chOff x="4706502" y="4102304"/>
            <a:chExt cx="720000" cy="720000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E6D9B325-4B99-1810-5EBD-D724C0766BC4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7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27AE8DA2-BC3A-F069-7EAF-BED9589D05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18" name="Group 47">
            <a:extLst>
              <a:ext uri="{FF2B5EF4-FFF2-40B4-BE49-F238E27FC236}">
                <a16:creationId xmlns:a16="http://schemas.microsoft.com/office/drawing/2014/main" id="{1FC502ED-F7AD-03A9-41AF-A773B197E2A4}"/>
              </a:ext>
            </a:extLst>
          </p:cNvPr>
          <p:cNvGrpSpPr/>
          <p:nvPr userDrawn="1"/>
        </p:nvGrpSpPr>
        <p:grpSpPr>
          <a:xfrm>
            <a:off x="6203950" y="5553800"/>
            <a:ext cx="720000" cy="720000"/>
            <a:chOff x="5218982" y="5401760"/>
            <a:chExt cx="720000" cy="720000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8F3FD628-5D90-0410-C4C5-2D3544CE8C4A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0" name="Рисунок 95" descr="Карта с кнопкой контур">
              <a:extLst>
                <a:ext uri="{FF2B5EF4-FFF2-40B4-BE49-F238E27FC236}">
                  <a16:creationId xmlns:a16="http://schemas.microsoft.com/office/drawing/2014/main" id="{74B57A76-D679-D9F0-30ED-276DB615FB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21" name="Website Name">
            <a:extLst>
              <a:ext uri="{FF2B5EF4-FFF2-40B4-BE49-F238E27FC236}">
                <a16:creationId xmlns:a16="http://schemas.microsoft.com/office/drawing/2014/main" id="{BEAA21EE-ABDF-8981-D25C-4E330ABA8CF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7139850" y="2149472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Website Value">
            <a:extLst>
              <a:ext uri="{FF2B5EF4-FFF2-40B4-BE49-F238E27FC236}">
                <a16:creationId xmlns:a16="http://schemas.microsoft.com/office/drawing/2014/main" id="{B78DCB8B-8663-B304-036E-888FF3BD5C34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7139850" y="2482225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Email Name">
            <a:extLst>
              <a:ext uri="{FF2B5EF4-FFF2-40B4-BE49-F238E27FC236}">
                <a16:creationId xmlns:a16="http://schemas.microsoft.com/office/drawing/2014/main" id="{155406DB-FB47-187F-8ECC-20F42F829B6E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7139850" y="329056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4" name="Email Value">
            <a:extLst>
              <a:ext uri="{FF2B5EF4-FFF2-40B4-BE49-F238E27FC236}">
                <a16:creationId xmlns:a16="http://schemas.microsoft.com/office/drawing/2014/main" id="{179DC5C7-DB26-F43E-BC57-02B7340B1E47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7139849" y="3623322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Phone Name">
            <a:extLst>
              <a:ext uri="{FF2B5EF4-FFF2-40B4-BE49-F238E27FC236}">
                <a16:creationId xmlns:a16="http://schemas.microsoft.com/office/drawing/2014/main" id="{BFE3A930-3FDE-4794-E443-4FE07D797676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7139849" y="4443708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6" name="Phone Value">
            <a:extLst>
              <a:ext uri="{FF2B5EF4-FFF2-40B4-BE49-F238E27FC236}">
                <a16:creationId xmlns:a16="http://schemas.microsoft.com/office/drawing/2014/main" id="{2635F375-184A-747F-EF58-67E3EE9F7677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7139850" y="4776461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Location Name">
            <a:extLst>
              <a:ext uri="{FF2B5EF4-FFF2-40B4-BE49-F238E27FC236}">
                <a16:creationId xmlns:a16="http://schemas.microsoft.com/office/drawing/2014/main" id="{05F657C9-EB7F-BD1C-57DA-21C5ED5B0E1E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7139850" y="5596287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Location Value">
            <a:extLst>
              <a:ext uri="{FF2B5EF4-FFF2-40B4-BE49-F238E27FC236}">
                <a16:creationId xmlns:a16="http://schemas.microsoft.com/office/drawing/2014/main" id="{E16B9E15-7380-79BA-CF52-0A633FDB3B1B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7139849" y="5929040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136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4433CE7-83EC-49D5-B4D6-C9C43ED4AB2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368F9CD-3BB9-9B15-5A63-452D0C946C5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7EF3019-007A-FEDB-D022-EEE4050A1FB7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9" name="Group 44">
            <a:extLst>
              <a:ext uri="{FF2B5EF4-FFF2-40B4-BE49-F238E27FC236}">
                <a16:creationId xmlns:a16="http://schemas.microsoft.com/office/drawing/2014/main" id="{032B4C2F-5732-B8B1-F6DD-57A97FECE97D}"/>
              </a:ext>
            </a:extLst>
          </p:cNvPr>
          <p:cNvGrpSpPr/>
          <p:nvPr userDrawn="1"/>
        </p:nvGrpSpPr>
        <p:grpSpPr>
          <a:xfrm>
            <a:off x="591341" y="3452125"/>
            <a:ext cx="720000" cy="720000"/>
            <a:chOff x="1861702" y="3745269"/>
            <a:chExt cx="720000" cy="720000"/>
          </a:xfrm>
        </p:grpSpPr>
        <p:sp>
          <p:nvSpPr>
            <p:cNvPr id="10" name="Ellipse">
              <a:extLst>
                <a:ext uri="{FF2B5EF4-FFF2-40B4-BE49-F238E27FC236}">
                  <a16:creationId xmlns:a16="http://schemas.microsoft.com/office/drawing/2014/main" id="{0A6495DE-5CA6-19D1-34F6-85E7F33DCB55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" name="Рисунок 80" descr="Земля контур">
              <a:extLst>
                <a:ext uri="{FF2B5EF4-FFF2-40B4-BE49-F238E27FC236}">
                  <a16:creationId xmlns:a16="http://schemas.microsoft.com/office/drawing/2014/main" id="{39D53E88-6C34-FF34-163F-7E47AAF243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12" name="Group 45">
            <a:extLst>
              <a:ext uri="{FF2B5EF4-FFF2-40B4-BE49-F238E27FC236}">
                <a16:creationId xmlns:a16="http://schemas.microsoft.com/office/drawing/2014/main" id="{D66F5D95-C13E-F7CC-F871-E9CDEB5053E6}"/>
              </a:ext>
            </a:extLst>
          </p:cNvPr>
          <p:cNvGrpSpPr/>
          <p:nvPr userDrawn="1"/>
        </p:nvGrpSpPr>
        <p:grpSpPr>
          <a:xfrm>
            <a:off x="591341" y="4592874"/>
            <a:ext cx="720000" cy="720000"/>
            <a:chOff x="2221702" y="5269296"/>
            <a:chExt cx="720000" cy="720000"/>
          </a:xfrm>
        </p:grpSpPr>
        <p:sp>
          <p:nvSpPr>
            <p:cNvPr id="13" name="Ellipse">
              <a:extLst>
                <a:ext uri="{FF2B5EF4-FFF2-40B4-BE49-F238E27FC236}">
                  <a16:creationId xmlns:a16="http://schemas.microsoft.com/office/drawing/2014/main" id="{52BCB202-5E58-8A4B-BD5E-52112C27509E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4" name="Рисунок 85" descr="Конверт контур">
              <a:extLst>
                <a:ext uri="{FF2B5EF4-FFF2-40B4-BE49-F238E27FC236}">
                  <a16:creationId xmlns:a16="http://schemas.microsoft.com/office/drawing/2014/main" id="{CE2EB9F9-A8AF-9045-9DED-B8FE7FEA68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15" name="Group 46">
            <a:extLst>
              <a:ext uri="{FF2B5EF4-FFF2-40B4-BE49-F238E27FC236}">
                <a16:creationId xmlns:a16="http://schemas.microsoft.com/office/drawing/2014/main" id="{2EF92684-4243-C75C-608B-0697621BE02B}"/>
              </a:ext>
            </a:extLst>
          </p:cNvPr>
          <p:cNvGrpSpPr/>
          <p:nvPr userDrawn="1"/>
        </p:nvGrpSpPr>
        <p:grpSpPr>
          <a:xfrm>
            <a:off x="6203950" y="3429000"/>
            <a:ext cx="720000" cy="720000"/>
            <a:chOff x="4706502" y="4102304"/>
            <a:chExt cx="720000" cy="720000"/>
          </a:xfrm>
        </p:grpSpPr>
        <p:sp>
          <p:nvSpPr>
            <p:cNvPr id="16" name="Ellipse">
              <a:extLst>
                <a:ext uri="{FF2B5EF4-FFF2-40B4-BE49-F238E27FC236}">
                  <a16:creationId xmlns:a16="http://schemas.microsoft.com/office/drawing/2014/main" id="{7B40B329-24F4-6C58-76E3-7EB5F2232AAC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7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614CE211-EDAC-5B08-A8AA-867A78A066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18" name="Group 47">
            <a:extLst>
              <a:ext uri="{FF2B5EF4-FFF2-40B4-BE49-F238E27FC236}">
                <a16:creationId xmlns:a16="http://schemas.microsoft.com/office/drawing/2014/main" id="{28317329-A6BE-03D6-7569-7B4C1E03C33A}"/>
              </a:ext>
            </a:extLst>
          </p:cNvPr>
          <p:cNvGrpSpPr/>
          <p:nvPr userDrawn="1"/>
        </p:nvGrpSpPr>
        <p:grpSpPr>
          <a:xfrm>
            <a:off x="6203950" y="4581002"/>
            <a:ext cx="720000" cy="720000"/>
            <a:chOff x="5218982" y="5401760"/>
            <a:chExt cx="720000" cy="720000"/>
          </a:xfrm>
        </p:grpSpPr>
        <p:sp>
          <p:nvSpPr>
            <p:cNvPr id="19" name="Ellipse">
              <a:extLst>
                <a:ext uri="{FF2B5EF4-FFF2-40B4-BE49-F238E27FC236}">
                  <a16:creationId xmlns:a16="http://schemas.microsoft.com/office/drawing/2014/main" id="{FC50EAD9-7598-95FA-930A-B14F198CAC7D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0" name="Рисунок 95" descr="Карта с кнопкой контур">
              <a:extLst>
                <a:ext uri="{FF2B5EF4-FFF2-40B4-BE49-F238E27FC236}">
                  <a16:creationId xmlns:a16="http://schemas.microsoft.com/office/drawing/2014/main" id="{2C3089F5-201B-5979-EF83-B1B4EB6AC1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21" name="Website Name">
            <a:extLst>
              <a:ext uri="{FF2B5EF4-FFF2-40B4-BE49-F238E27FC236}">
                <a16:creationId xmlns:a16="http://schemas.microsoft.com/office/drawing/2014/main" id="{04226030-37A1-6BD5-366A-E44A7E43BBB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1527241" y="3492551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Website Value">
            <a:extLst>
              <a:ext uri="{FF2B5EF4-FFF2-40B4-BE49-F238E27FC236}">
                <a16:creationId xmlns:a16="http://schemas.microsoft.com/office/drawing/2014/main" id="{208F0DCB-DE85-0571-F622-87728287395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1527241" y="3825304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Email Name">
            <a:extLst>
              <a:ext uri="{FF2B5EF4-FFF2-40B4-BE49-F238E27FC236}">
                <a16:creationId xmlns:a16="http://schemas.microsoft.com/office/drawing/2014/main" id="{3799C18C-8130-8FB4-5511-2D1F3CDC7F24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1527241" y="4633648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4" name="Email Value">
            <a:extLst>
              <a:ext uri="{FF2B5EF4-FFF2-40B4-BE49-F238E27FC236}">
                <a16:creationId xmlns:a16="http://schemas.microsoft.com/office/drawing/2014/main" id="{12567578-2452-C11D-B409-B83C8E5C3B92}"/>
              </a:ext>
            </a:extLst>
          </p:cNvPr>
          <p:cNvSpPr>
            <a:spLocks noGrp="1"/>
          </p:cNvSpPr>
          <p:nvPr>
            <p:ph type="body" idx="30"/>
            <p:custDataLst>
              <p:tags r:id="rId6"/>
            </p:custDataLst>
          </p:nvPr>
        </p:nvSpPr>
        <p:spPr>
          <a:xfrm>
            <a:off x="1527240" y="4966401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Phone Name">
            <a:extLst>
              <a:ext uri="{FF2B5EF4-FFF2-40B4-BE49-F238E27FC236}">
                <a16:creationId xmlns:a16="http://schemas.microsoft.com/office/drawing/2014/main" id="{5525F812-EB38-3EFF-7D00-BF03F7EF46B4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7"/>
            </p:custDataLst>
          </p:nvPr>
        </p:nvSpPr>
        <p:spPr>
          <a:xfrm>
            <a:off x="7139849" y="3470910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6" name="Phone Value">
            <a:extLst>
              <a:ext uri="{FF2B5EF4-FFF2-40B4-BE49-F238E27FC236}">
                <a16:creationId xmlns:a16="http://schemas.microsoft.com/office/drawing/2014/main" id="{F43036C8-501F-4CFC-863E-2C38AD4B94AF}"/>
              </a:ext>
            </a:extLst>
          </p:cNvPr>
          <p:cNvSpPr>
            <a:spLocks noGrp="1"/>
          </p:cNvSpPr>
          <p:nvPr>
            <p:ph type="body" idx="32"/>
            <p:custDataLst>
              <p:tags r:id="rId8"/>
            </p:custDataLst>
          </p:nvPr>
        </p:nvSpPr>
        <p:spPr>
          <a:xfrm>
            <a:off x="7139850" y="3803663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Location Name">
            <a:extLst>
              <a:ext uri="{FF2B5EF4-FFF2-40B4-BE49-F238E27FC236}">
                <a16:creationId xmlns:a16="http://schemas.microsoft.com/office/drawing/2014/main" id="{B440AFC0-8FBC-6B77-E1B7-D20BDFABFCD1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9"/>
            </p:custDataLst>
          </p:nvPr>
        </p:nvSpPr>
        <p:spPr>
          <a:xfrm>
            <a:off x="7139850" y="462348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Location Value">
            <a:extLst>
              <a:ext uri="{FF2B5EF4-FFF2-40B4-BE49-F238E27FC236}">
                <a16:creationId xmlns:a16="http://schemas.microsoft.com/office/drawing/2014/main" id="{9F3CA58A-44E2-6773-37C3-93A62B0D16DE}"/>
              </a:ext>
            </a:extLst>
          </p:cNvPr>
          <p:cNvSpPr>
            <a:spLocks noGrp="1"/>
          </p:cNvSpPr>
          <p:nvPr>
            <p:ph type="body" idx="34"/>
            <p:custDataLst>
              <p:tags r:id="rId10"/>
            </p:custDataLst>
          </p:nvPr>
        </p:nvSpPr>
        <p:spPr>
          <a:xfrm>
            <a:off x="7139849" y="4956242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Freeform: Shape 2">
            <a:extLst>
              <a:ext uri="{FF2B5EF4-FFF2-40B4-BE49-F238E27FC236}">
                <a16:creationId xmlns:a16="http://schemas.microsoft.com/office/drawing/2014/main" id="{DF3CCF54-511E-4E0E-A5A0-C81CC5181369}"/>
              </a:ext>
            </a:extLst>
          </p:cNvPr>
          <p:cNvSpPr/>
          <p:nvPr userDrawn="1"/>
        </p:nvSpPr>
        <p:spPr>
          <a:xfrm rot="16200000">
            <a:off x="9494744" y="4045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358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S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92291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591650" y="4644368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207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0F993B-D3C1-E9B9-9221-B1202E9AABB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08226" y="3501036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r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208866" y="5658247"/>
            <a:ext cx="5395759" cy="615553"/>
          </a:xfrm>
        </p:spPr>
        <p:txBody>
          <a:bodyPr wrap="square" lIns="0" tIns="0" rIns="144000" bIns="0" anchor="ctr" anchorCtr="0">
            <a:noAutofit/>
          </a:bodyPr>
          <a:lstStyle>
            <a:lvl1pPr marL="0" indent="0" algn="r">
              <a:spcBef>
                <a:spcPts val="600"/>
              </a:spcBef>
              <a:buNone/>
              <a:defRPr sz="2000" spc="0" baseline="0">
                <a:ln>
                  <a:noFill/>
                </a:ln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11604625" y="5658200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F8C0DE90-7C6F-DC35-8428-DFC18013C3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674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3E9ACA3-5F88-9493-CCBC-484295B6E4FC}"/>
              </a:ext>
            </a:extLst>
          </p:cNvPr>
          <p:cNvSpPr/>
          <p:nvPr userDrawn="1"/>
        </p:nvSpPr>
        <p:spPr>
          <a:xfrm rot="16200000">
            <a:off x="-21125" y="1465494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08226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6208866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6208225" y="4644368"/>
            <a:ext cx="0" cy="615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8460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2529095"/>
            <a:ext cx="5987409" cy="4328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6204591" y="2529096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35436"/>
            <a:ext cx="5395759" cy="627864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6204591" y="3123875"/>
            <a:ext cx="5395759" cy="513438"/>
          </a:xfrm>
        </p:spPr>
        <p:txBody>
          <a:bodyPr lIns="216000" tIns="144000" rIns="0" bIns="144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127685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FA25-44AC-A36C-DC93-5B238894BDE6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04591" y="3662078"/>
            <a:ext cx="5395759" cy="2611722"/>
          </a:xfrm>
        </p:spPr>
        <p:txBody>
          <a:bodyPr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1650" y="1304925"/>
            <a:ext cx="5395758" cy="496887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6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126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990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49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0825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4975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4975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082913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8082913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498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259238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409007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30639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340900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340900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340900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623097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623097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3097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012625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 4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9012963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  <p:custDataLst>
              <p:tags r:id="rId10"/>
            </p:custDataLst>
          </p:nvPr>
        </p:nvSpPr>
        <p:spPr>
          <a:xfrm>
            <a:off x="9012963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012963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438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9CE631-CCF9-CBF0-C470-B0587AF1DB4E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5310231"/>
            <a:ext cx="3528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5905769"/>
            <a:ext cx="352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4" y="2164224"/>
            <a:ext cx="3529013" cy="2924432"/>
          </a:xfrm>
          <a:prstGeom prst="roundRect">
            <a:avLst>
              <a:gd name="adj" fmla="val 6446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1" y="1313707"/>
            <a:ext cx="3524738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2288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834456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2288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2288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2288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6834456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6834456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834456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36625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9"/>
            </p:custDataLst>
          </p:nvPr>
        </p:nvSpPr>
        <p:spPr>
          <a:xfrm>
            <a:off x="9336625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Description Placeholder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  <p:custDataLst>
              <p:tags r:id="rId10"/>
            </p:custDataLst>
          </p:nvPr>
        </p:nvSpPr>
        <p:spPr>
          <a:xfrm>
            <a:off x="9336625" y="5905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336625" y="5909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14">
            <a:extLst>
              <a:ext uri="{FF2B5EF4-FFF2-40B4-BE49-F238E27FC236}">
                <a16:creationId xmlns:a16="http://schemas.microsoft.com/office/drawing/2014/main" id="{AE2C1252-883B-C644-20B7-AC107AADB3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332288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6" name="Picture Placeholder 14">
            <a:extLst>
              <a:ext uri="{FF2B5EF4-FFF2-40B4-BE49-F238E27FC236}">
                <a16:creationId xmlns:a16="http://schemas.microsoft.com/office/drawing/2014/main" id="{71E93CFA-36F6-7C79-E52C-A56A43D9AFF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834456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7EFE23E2-FE85-B0C7-0245-4A2FC440FFA8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11"/>
            </p:custDataLst>
          </p:nvPr>
        </p:nvSpPr>
        <p:spPr>
          <a:xfrm>
            <a:off x="4332288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Description Placeholder">
            <a:extLst>
              <a:ext uri="{FF2B5EF4-FFF2-40B4-BE49-F238E27FC236}">
                <a16:creationId xmlns:a16="http://schemas.microsoft.com/office/drawing/2014/main" id="{52E647FD-5ADF-9734-F003-270139853F2D}"/>
              </a:ext>
            </a:extLst>
          </p:cNvPr>
          <p:cNvSpPr>
            <a:spLocks noGrp="1"/>
          </p:cNvSpPr>
          <p:nvPr>
            <p:ph type="body" idx="41"/>
            <p:custDataLst>
              <p:tags r:id="rId12"/>
            </p:custDataLst>
          </p:nvPr>
        </p:nvSpPr>
        <p:spPr>
          <a:xfrm>
            <a:off x="4332288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9" name="Straight Connector">
            <a:extLst>
              <a:ext uri="{FF2B5EF4-FFF2-40B4-BE49-F238E27FC236}">
                <a16:creationId xmlns:a16="http://schemas.microsoft.com/office/drawing/2014/main" id="{312548A5-DE94-4A3D-8C7F-324CF2A433EB}"/>
              </a:ext>
            </a:extLst>
          </p:cNvPr>
          <p:cNvCxnSpPr>
            <a:cxnSpLocks/>
          </p:cNvCxnSpPr>
          <p:nvPr userDrawn="1"/>
        </p:nvCxnSpPr>
        <p:spPr>
          <a:xfrm>
            <a:off x="4332288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4EC76E1F-10C6-EB87-1789-3A6D1F7C316E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3"/>
            </p:custDataLst>
          </p:nvPr>
        </p:nvSpPr>
        <p:spPr>
          <a:xfrm>
            <a:off x="6834456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Description Placeholder">
            <a:extLst>
              <a:ext uri="{FF2B5EF4-FFF2-40B4-BE49-F238E27FC236}">
                <a16:creationId xmlns:a16="http://schemas.microsoft.com/office/drawing/2014/main" id="{1FF90B5F-0899-37CD-C5BF-7EA04ECAE7A3}"/>
              </a:ext>
            </a:extLst>
          </p:cNvPr>
          <p:cNvSpPr>
            <a:spLocks noGrp="1"/>
          </p:cNvSpPr>
          <p:nvPr>
            <p:ph type="body" idx="43"/>
            <p:custDataLst>
              <p:tags r:id="rId14"/>
            </p:custDataLst>
          </p:nvPr>
        </p:nvSpPr>
        <p:spPr>
          <a:xfrm>
            <a:off x="6834456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1FAB1A88-4048-E680-6D84-F76C447220B7}"/>
              </a:ext>
            </a:extLst>
          </p:cNvPr>
          <p:cNvCxnSpPr>
            <a:cxnSpLocks/>
          </p:cNvCxnSpPr>
          <p:nvPr userDrawn="1"/>
        </p:nvCxnSpPr>
        <p:spPr>
          <a:xfrm>
            <a:off x="6834456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14">
            <a:extLst>
              <a:ext uri="{FF2B5EF4-FFF2-40B4-BE49-F238E27FC236}">
                <a16:creationId xmlns:a16="http://schemas.microsoft.com/office/drawing/2014/main" id="{ABCA63E7-675D-4115-FB80-069CACC217D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336625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B75FD523-EF15-DF39-FA15-A8A5EFD76ACD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15"/>
            </p:custDataLst>
          </p:nvPr>
        </p:nvSpPr>
        <p:spPr>
          <a:xfrm>
            <a:off x="9336625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Description Placeholder">
            <a:extLst>
              <a:ext uri="{FF2B5EF4-FFF2-40B4-BE49-F238E27FC236}">
                <a16:creationId xmlns:a16="http://schemas.microsoft.com/office/drawing/2014/main" id="{E47F6469-D121-358B-A22B-69F8239BBB0F}"/>
              </a:ext>
            </a:extLst>
          </p:cNvPr>
          <p:cNvSpPr>
            <a:spLocks noGrp="1"/>
          </p:cNvSpPr>
          <p:nvPr>
            <p:ph type="body" idx="46"/>
            <p:custDataLst>
              <p:tags r:id="rId16"/>
            </p:custDataLst>
          </p:nvPr>
        </p:nvSpPr>
        <p:spPr>
          <a:xfrm>
            <a:off x="9336625" y="3111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1C771BFB-F306-8D17-9E15-47E57931FA73}"/>
              </a:ext>
            </a:extLst>
          </p:cNvPr>
          <p:cNvCxnSpPr>
            <a:cxnSpLocks/>
          </p:cNvCxnSpPr>
          <p:nvPr userDrawn="1"/>
        </p:nvCxnSpPr>
        <p:spPr>
          <a:xfrm>
            <a:off x="9336625" y="3115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3243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13707"/>
            <a:ext cx="3524738" cy="31393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0201EADE-ABF0-D899-6A5A-208D0B3F5316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332287" y="1304925"/>
            <a:ext cx="7257097" cy="4968256"/>
          </a:xfrm>
        </p:spPr>
        <p:txBody>
          <a:bodyPr/>
          <a:lstStyle>
            <a:lvl1pPr marL="2286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  <a:latin typeface="+mn-lt"/>
              </a:defRPr>
            </a:lvl1pPr>
            <a:lvl2pPr marL="6858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2pPr>
            <a:lvl3pPr marL="11430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00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accent1"/>
              </a:buClr>
              <a:buSzPct val="120000"/>
              <a:defRPr sz="1000"/>
            </a:lvl4pPr>
            <a:lvl5pPr>
              <a:buClr>
                <a:schemeClr val="accent1"/>
              </a:buClr>
              <a:buSzPct val="120000"/>
              <a:defRPr/>
            </a:lvl5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  <a:p>
            <a:pPr lvl="1"/>
            <a:r>
              <a:rPr lang="en-US" dirty="0"/>
              <a:t>Click to edit Master text</a:t>
            </a:r>
            <a:endParaRPr lang="ru-RU" dirty="0"/>
          </a:p>
          <a:p>
            <a:pPr lvl="2"/>
            <a:r>
              <a:rPr lang="en-US" dirty="0"/>
              <a:t>Click to edit Master text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709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31A4FE-CF2B-5A83-EDB7-1CB3FE750B81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4332288" y="2789469"/>
            <a:ext cx="7859712" cy="105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4332287" y="2789469"/>
            <a:ext cx="7268061" cy="1051772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2789469"/>
            <a:ext cx="3524737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4332287" y="3840669"/>
            <a:ext cx="7268060" cy="2435127"/>
          </a:xfrm>
        </p:spPr>
        <p:txBody>
          <a:bodyPr lIns="216000" tIns="21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253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618F2-D425-FDEB-D6DD-E5FF2B4F305E}"/>
              </a:ext>
            </a:extLst>
          </p:cNvPr>
          <p:cNvSpPr/>
          <p:nvPr userDrawn="1"/>
        </p:nvSpPr>
        <p:spPr>
          <a:xfrm>
            <a:off x="5873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A5191-1DA4-77E3-0C28-2982E54C89F8}"/>
              </a:ext>
            </a:extLst>
          </p:cNvPr>
          <p:cNvSpPr/>
          <p:nvPr userDrawn="1"/>
        </p:nvSpPr>
        <p:spPr>
          <a:xfrm>
            <a:off x="43349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DF8965-2EC1-19FE-7CAD-33F73DA088E0}"/>
              </a:ext>
            </a:extLst>
          </p:cNvPr>
          <p:cNvSpPr/>
          <p:nvPr userDrawn="1"/>
        </p:nvSpPr>
        <p:spPr>
          <a:xfrm>
            <a:off x="80825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1650" y="4325666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1650" y="4920445"/>
            <a:ext cx="3524400" cy="1365227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492425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6" name="Subtitle Placeholder 2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  <p:custDataLst>
              <p:tags r:id="rId5"/>
            </p:custDataLst>
          </p:nvPr>
        </p:nvSpPr>
        <p:spPr>
          <a:xfrm>
            <a:off x="4334975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6"/>
            </p:custDataLst>
          </p:nvPr>
        </p:nvSpPr>
        <p:spPr>
          <a:xfrm>
            <a:off x="4334975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 3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7"/>
            </p:custDataLst>
          </p:nvPr>
        </p:nvSpPr>
        <p:spPr>
          <a:xfrm>
            <a:off x="8082913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8"/>
            </p:custDataLst>
          </p:nvPr>
        </p:nvSpPr>
        <p:spPr>
          <a:xfrm>
            <a:off x="8082913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arge Number Placeholder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9"/>
            </p:custDataLst>
          </p:nvPr>
        </p:nvSpPr>
        <p:spPr>
          <a:xfrm>
            <a:off x="587375" y="2888785"/>
            <a:ext cx="3524400" cy="769441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Medium Number Placeholder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10"/>
            </p:custDataLst>
          </p:nvPr>
        </p:nvSpPr>
        <p:spPr>
          <a:xfrm>
            <a:off x="4334975" y="2965729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mall Number Placeholder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11"/>
            </p:custDataLst>
          </p:nvPr>
        </p:nvSpPr>
        <p:spPr>
          <a:xfrm>
            <a:off x="8082575" y="3042673"/>
            <a:ext cx="3524400" cy="461665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8192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03950" y="1304925"/>
            <a:ext cx="54006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9" name="Subtitle Placeholder 1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  <p:custDataLst>
              <p:tags r:id="rId3"/>
            </p:custDataLst>
          </p:nvPr>
        </p:nvSpPr>
        <p:spPr>
          <a:xfrm>
            <a:off x="6203949" y="2185703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4"/>
            </p:custDataLst>
          </p:nvPr>
        </p:nvSpPr>
        <p:spPr>
          <a:xfrm>
            <a:off x="6203950" y="2562371"/>
            <a:ext cx="5392800" cy="793926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03950" y="2566182"/>
            <a:ext cx="5392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">
            <a:extLst>
              <a:ext uri="{FF2B5EF4-FFF2-40B4-BE49-F238E27FC236}">
                <a16:creationId xmlns:a16="http://schemas.microsoft.com/office/drawing/2014/main" id="{0868CE8C-10F8-DD47-5B4C-84E35DC53C4B}"/>
              </a:ext>
            </a:extLst>
          </p:cNvPr>
          <p:cNvSpPr/>
          <p:nvPr userDrawn="1"/>
        </p:nvSpPr>
        <p:spPr>
          <a:xfrm>
            <a:off x="595907" y="1309407"/>
            <a:ext cx="4961989" cy="4961989"/>
          </a:xfrm>
          <a:prstGeom prst="roundRect">
            <a:avLst>
              <a:gd name="adj" fmla="val 74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Ellipse">
            <a:extLst>
              <a:ext uri="{FF2B5EF4-FFF2-40B4-BE49-F238E27FC236}">
                <a16:creationId xmlns:a16="http://schemas.microsoft.com/office/drawing/2014/main" id="{9F82789E-05C7-1952-E2FA-A2CF9C67B082}"/>
              </a:ext>
            </a:extLst>
          </p:cNvPr>
          <p:cNvSpPr/>
          <p:nvPr userDrawn="1"/>
        </p:nvSpPr>
        <p:spPr>
          <a:xfrm>
            <a:off x="1424501" y="2966596"/>
            <a:ext cx="3304800" cy="3304800"/>
          </a:xfrm>
          <a:prstGeom prst="roundRect">
            <a:avLst>
              <a:gd name="adj" fmla="val 105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Ellipse">
            <a:extLst>
              <a:ext uri="{FF2B5EF4-FFF2-40B4-BE49-F238E27FC236}">
                <a16:creationId xmlns:a16="http://schemas.microsoft.com/office/drawing/2014/main" id="{F096B134-8B93-4825-FAFB-7FBFCADEFDB4}"/>
              </a:ext>
            </a:extLst>
          </p:cNvPr>
          <p:cNvSpPr/>
          <p:nvPr userDrawn="1"/>
        </p:nvSpPr>
        <p:spPr>
          <a:xfrm>
            <a:off x="1975301" y="4068196"/>
            <a:ext cx="2203200" cy="2203200"/>
          </a:xfrm>
          <a:prstGeom prst="roundRect">
            <a:avLst>
              <a:gd name="adj" fmla="val 1482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Large Number Placeholder">
            <a:extLst>
              <a:ext uri="{FF2B5EF4-FFF2-40B4-BE49-F238E27FC236}">
                <a16:creationId xmlns:a16="http://schemas.microsoft.com/office/drawing/2014/main" id="{D169FCED-13DC-C3B7-4500-1C52EDD88EC6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5"/>
            </p:custDataLst>
          </p:nvPr>
        </p:nvSpPr>
        <p:spPr>
          <a:xfrm>
            <a:off x="1744597" y="1751513"/>
            <a:ext cx="2664608" cy="769441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5" name="Medium Number Placeholder">
            <a:extLst>
              <a:ext uri="{FF2B5EF4-FFF2-40B4-BE49-F238E27FC236}">
                <a16:creationId xmlns:a16="http://schemas.microsoft.com/office/drawing/2014/main" id="{104AA7E8-A585-DBCD-FD26-5747A69665EE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6"/>
            </p:custDataLst>
          </p:nvPr>
        </p:nvSpPr>
        <p:spPr>
          <a:xfrm>
            <a:off x="1744597" y="3230052"/>
            <a:ext cx="2664608" cy="615553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6" name="Small Number Placeholder">
            <a:extLst>
              <a:ext uri="{FF2B5EF4-FFF2-40B4-BE49-F238E27FC236}">
                <a16:creationId xmlns:a16="http://schemas.microsoft.com/office/drawing/2014/main" id="{1A0256E8-88AB-A5C8-25D7-D10F7E78C096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7"/>
            </p:custDataLst>
          </p:nvPr>
        </p:nvSpPr>
        <p:spPr>
          <a:xfrm>
            <a:off x="1975301" y="4938964"/>
            <a:ext cx="22032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32" name="Subtitle Placeholder 2">
            <a:extLst>
              <a:ext uri="{FF2B5EF4-FFF2-40B4-BE49-F238E27FC236}">
                <a16:creationId xmlns:a16="http://schemas.microsoft.com/office/drawing/2014/main" id="{DBF26ABA-6FC6-8690-FA9E-1C92D2C3FDF7}"/>
              </a:ext>
            </a:extLst>
          </p:cNvPr>
          <p:cNvSpPr>
            <a:spLocks noGrp="1"/>
          </p:cNvSpPr>
          <p:nvPr>
            <p:ph type="body" idx="39" hasCustomPrompt="1"/>
            <p:custDataLst>
              <p:tags r:id="rId8"/>
            </p:custDataLst>
          </p:nvPr>
        </p:nvSpPr>
        <p:spPr>
          <a:xfrm>
            <a:off x="6237898" y="3644725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7E49C60-7C5E-B59B-AA85-5EDA668A9415}"/>
              </a:ext>
            </a:extLst>
          </p:cNvPr>
          <p:cNvSpPr>
            <a:spLocks noGrp="1"/>
          </p:cNvSpPr>
          <p:nvPr>
            <p:ph type="body" idx="40"/>
            <p:custDataLst>
              <p:tags r:id="rId9"/>
            </p:custDataLst>
          </p:nvPr>
        </p:nvSpPr>
        <p:spPr>
          <a:xfrm>
            <a:off x="6237899" y="4021393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4" name="Straight Connector">
            <a:extLst>
              <a:ext uri="{FF2B5EF4-FFF2-40B4-BE49-F238E27FC236}">
                <a16:creationId xmlns:a16="http://schemas.microsoft.com/office/drawing/2014/main" id="{28A0EBC9-4983-D7C2-1064-E073785D0AED}"/>
              </a:ext>
            </a:extLst>
          </p:cNvPr>
          <p:cNvCxnSpPr>
            <a:cxnSpLocks/>
          </p:cNvCxnSpPr>
          <p:nvPr userDrawn="1"/>
        </p:nvCxnSpPr>
        <p:spPr>
          <a:xfrm>
            <a:off x="6237899" y="4025204"/>
            <a:ext cx="53928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btitle Placeholder 3">
            <a:extLst>
              <a:ext uri="{FF2B5EF4-FFF2-40B4-BE49-F238E27FC236}">
                <a16:creationId xmlns:a16="http://schemas.microsoft.com/office/drawing/2014/main" id="{12781F3B-E748-93F5-7C9E-83FE1FE0B758}"/>
              </a:ext>
            </a:extLst>
          </p:cNvPr>
          <p:cNvSpPr>
            <a:spLocks noGrp="1"/>
          </p:cNvSpPr>
          <p:nvPr>
            <p:ph type="body" idx="41" hasCustomPrompt="1"/>
            <p:custDataLst>
              <p:tags r:id="rId10"/>
            </p:custDataLst>
          </p:nvPr>
        </p:nvSpPr>
        <p:spPr>
          <a:xfrm>
            <a:off x="6237898" y="5105422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3AB5ED40-4199-35CC-CA87-092668E9DD40}"/>
              </a:ext>
            </a:extLst>
          </p:cNvPr>
          <p:cNvSpPr>
            <a:spLocks noGrp="1"/>
          </p:cNvSpPr>
          <p:nvPr>
            <p:ph type="body" idx="42"/>
            <p:custDataLst>
              <p:tags r:id="rId11"/>
            </p:custDataLst>
          </p:nvPr>
        </p:nvSpPr>
        <p:spPr>
          <a:xfrm>
            <a:off x="6237899" y="5482090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A9370B20-CDE4-6524-899D-56CD3EA6DC6A}"/>
              </a:ext>
            </a:extLst>
          </p:cNvPr>
          <p:cNvCxnSpPr>
            <a:cxnSpLocks/>
          </p:cNvCxnSpPr>
          <p:nvPr userDrawn="1"/>
        </p:nvCxnSpPr>
        <p:spPr>
          <a:xfrm>
            <a:off x="6237899" y="5485901"/>
            <a:ext cx="53928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847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2CFB395-65C3-C716-A9EC-6BBBC2953BEA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1"/>
            </p:custDataLst>
          </p:nvPr>
        </p:nvSpPr>
        <p:spPr>
          <a:xfrm>
            <a:off x="591650" y="4477687"/>
            <a:ext cx="3524400" cy="1365227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Placeholder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1651" y="1313707"/>
            <a:ext cx="8204688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  <p:custDataLst>
              <p:tags r:id="rId4"/>
            </p:custDataLst>
          </p:nvPr>
        </p:nvSpPr>
        <p:spPr>
          <a:xfrm>
            <a:off x="4334975" y="4476927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  <p:custDataLst>
              <p:tags r:id="rId5"/>
            </p:custDataLst>
          </p:nvPr>
        </p:nvSpPr>
        <p:spPr>
          <a:xfrm>
            <a:off x="8082913" y="4476927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 1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  <p:custDataLst>
              <p:tags r:id="rId6"/>
            </p:custDataLst>
          </p:nvPr>
        </p:nvSpPr>
        <p:spPr>
          <a:xfrm>
            <a:off x="5873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Subtitle Placeholder 2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7"/>
            </p:custDataLst>
          </p:nvPr>
        </p:nvSpPr>
        <p:spPr>
          <a:xfrm>
            <a:off x="43349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ubtitle Placeholder 3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8"/>
            </p:custDataLst>
          </p:nvPr>
        </p:nvSpPr>
        <p:spPr>
          <a:xfrm>
            <a:off x="8082575" y="3519416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0C31B67F-FFDD-D836-618D-0675B8EBDD74}"/>
              </a:ext>
            </a:extLst>
          </p:cNvPr>
          <p:cNvCxnSpPr>
            <a:cxnSpLocks/>
          </p:cNvCxnSpPr>
          <p:nvPr userDrawn="1"/>
        </p:nvCxnSpPr>
        <p:spPr>
          <a:xfrm>
            <a:off x="587375" y="4339994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812B8D8D-AEAC-ECC8-9180-2BDF15ED8F6C}"/>
              </a:ext>
            </a:extLst>
          </p:cNvPr>
          <p:cNvCxnSpPr>
            <a:cxnSpLocks/>
          </p:cNvCxnSpPr>
          <p:nvPr userDrawn="1"/>
        </p:nvCxnSpPr>
        <p:spPr>
          <a:xfrm>
            <a:off x="4334975" y="433923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11AA1393-38DF-7F19-E6AC-9B45671CB622}"/>
              </a:ext>
            </a:extLst>
          </p:cNvPr>
          <p:cNvCxnSpPr>
            <a:cxnSpLocks/>
          </p:cNvCxnSpPr>
          <p:nvPr userDrawn="1"/>
        </p:nvCxnSpPr>
        <p:spPr>
          <a:xfrm>
            <a:off x="8082913" y="433923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947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ImageColumn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9490699" y="4164789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87374" y="5099803"/>
            <a:ext cx="5396239" cy="307777"/>
          </a:xfrm>
        </p:spPr>
        <p:txBody>
          <a:bodyPr wrap="square" lIns="0" tIns="0" rIns="21600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33631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br>
              <a:rPr lang="ru-RU" dirty="0"/>
            </a:b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4"/>
            </p:custDataLst>
          </p:nvPr>
        </p:nvSpPr>
        <p:spPr>
          <a:xfrm>
            <a:off x="6210658" y="5100459"/>
            <a:ext cx="5389991" cy="307777"/>
          </a:xfrm>
        </p:spPr>
        <p:txBody>
          <a:bodyPr wrap="square" lIns="108000" tIns="0" rIns="10800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17956"/>
            <a:ext cx="0" cy="34603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EDBBDA5-C6A2-24F2-F876-BD6794A7D37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91346" y="2817956"/>
            <a:ext cx="5396704" cy="2065847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DC01C7C-F8CD-83B8-45F3-E2CDBD4801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08118" y="2817956"/>
            <a:ext cx="5389991" cy="2065847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E0A9813-D9F2-5B37-071B-B4C601824EED}"/>
              </a:ext>
            </a:extLst>
          </p:cNvPr>
          <p:cNvSpPr>
            <a:spLocks noGrp="1"/>
          </p:cNvSpPr>
          <p:nvPr>
            <p:ph type="body" idx="24"/>
            <p:custDataLst>
              <p:tags r:id="rId5"/>
            </p:custDataLst>
          </p:nvPr>
        </p:nvSpPr>
        <p:spPr>
          <a:xfrm>
            <a:off x="591650" y="5442201"/>
            <a:ext cx="5389692" cy="830278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0FCF008-838F-9C6A-A0CB-17D45180C245}"/>
              </a:ext>
            </a:extLst>
          </p:cNvPr>
          <p:cNvSpPr>
            <a:spLocks noGrp="1"/>
          </p:cNvSpPr>
          <p:nvPr>
            <p:ph type="body" idx="35"/>
            <p:custDataLst>
              <p:tags r:id="rId6"/>
            </p:custDataLst>
          </p:nvPr>
        </p:nvSpPr>
        <p:spPr>
          <a:xfrm>
            <a:off x="6210658" y="5442200"/>
            <a:ext cx="5389991" cy="8316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35579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ImageColumns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 rot="16200000">
            <a:off x="9490699" y="4045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87375" y="4817496"/>
            <a:ext cx="3524096" cy="615553"/>
          </a:xfrm>
        </p:spPr>
        <p:txBody>
          <a:bodyPr wrap="square" lIns="0" tIns="0" rIns="216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33631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br>
              <a:rPr lang="ru-RU" dirty="0"/>
            </a:b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4367319" y="4818151"/>
            <a:ext cx="3488592" cy="615600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Subtitle Placeholder 3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5"/>
            </p:custDataLst>
          </p:nvPr>
        </p:nvSpPr>
        <p:spPr>
          <a:xfrm>
            <a:off x="8111758" y="4818151"/>
            <a:ext cx="3488592" cy="615600"/>
          </a:xfrm>
        </p:spPr>
        <p:txBody>
          <a:bodyPr wrap="square" lIns="108000" tIns="0" rIns="10800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70206" y="2806666"/>
            <a:ext cx="0" cy="34702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25766" y="2806666"/>
            <a:ext cx="0" cy="34716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EDBBDA5-C6A2-24F2-F876-BD6794A7D37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91346" y="2806667"/>
            <a:ext cx="3524400" cy="179483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5FD769A-7BDB-BCE4-9AD0-FC792D2F184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335786" y="2806666"/>
            <a:ext cx="3524400" cy="1796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DC01C7C-F8CD-83B8-45F3-E2CDBD48014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080225" y="2806666"/>
            <a:ext cx="3524400" cy="17964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E0A9813-D9F2-5B37-071B-B4C601824EED}"/>
              </a:ext>
            </a:extLst>
          </p:cNvPr>
          <p:cNvSpPr>
            <a:spLocks noGrp="1"/>
          </p:cNvSpPr>
          <p:nvPr>
            <p:ph type="body" idx="24"/>
            <p:custDataLst>
              <p:tags r:id="rId6"/>
            </p:custDataLst>
          </p:nvPr>
        </p:nvSpPr>
        <p:spPr>
          <a:xfrm>
            <a:off x="591650" y="5454072"/>
            <a:ext cx="3519821" cy="830278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5ED7686-1B07-0A20-1359-DAB0E3D463F9}"/>
              </a:ext>
            </a:extLst>
          </p:cNvPr>
          <p:cNvSpPr>
            <a:spLocks noGrp="1"/>
          </p:cNvSpPr>
          <p:nvPr>
            <p:ph type="body" idx="34"/>
            <p:custDataLst>
              <p:tags r:id="rId7"/>
            </p:custDataLst>
          </p:nvPr>
        </p:nvSpPr>
        <p:spPr>
          <a:xfrm>
            <a:off x="4367319" y="5454072"/>
            <a:ext cx="3519821" cy="8316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0FCF008-838F-9C6A-A0CB-17D45180C245}"/>
              </a:ext>
            </a:extLst>
          </p:cNvPr>
          <p:cNvSpPr>
            <a:spLocks noGrp="1"/>
          </p:cNvSpPr>
          <p:nvPr>
            <p:ph type="body" idx="35"/>
            <p:custDataLst>
              <p:tags r:id="rId8"/>
            </p:custDataLst>
          </p:nvPr>
        </p:nvSpPr>
        <p:spPr>
          <a:xfrm>
            <a:off x="8111758" y="5454071"/>
            <a:ext cx="3519821" cy="831600"/>
          </a:xfrm>
        </p:spPr>
        <p:txBody>
          <a:bodyPr lIns="108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pic>
        <p:nvPicPr>
          <p:cNvPr id="12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6912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ssary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AABEB19-A811-E4FE-FB5B-A16E03018291}"/>
              </a:ext>
            </a:extLst>
          </p:cNvPr>
          <p:cNvSpPr/>
          <p:nvPr userDrawn="1"/>
        </p:nvSpPr>
        <p:spPr>
          <a:xfrm rot="10800000">
            <a:off x="0" y="148662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14653"/>
            <a:ext cx="8420586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3298" y="2607653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6202848" y="4725939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597623" y="2607653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725546" y="3038725"/>
            <a:ext cx="5262503" cy="1071880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/>
            <p:custDataLst>
              <p:tags r:id="rId4"/>
            </p:custDataLst>
          </p:nvPr>
        </p:nvSpPr>
        <p:spPr>
          <a:xfrm>
            <a:off x="6331412" y="5153306"/>
            <a:ext cx="5262499" cy="1071854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/>
            <p:custDataLst>
              <p:tags r:id="rId5"/>
            </p:custDataLst>
          </p:nvPr>
        </p:nvSpPr>
        <p:spPr>
          <a:xfrm>
            <a:off x="6331413" y="3038725"/>
            <a:ext cx="5273212" cy="1071854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/>
            <p:custDataLst>
              <p:tags r:id="rId6"/>
            </p:custDataLst>
          </p:nvPr>
        </p:nvSpPr>
        <p:spPr>
          <a:xfrm>
            <a:off x="725545" y="5153306"/>
            <a:ext cx="5262499" cy="1071854"/>
          </a:xfrm>
        </p:spPr>
        <p:txBody>
          <a:bodyPr lIns="108000" tIns="0" rIns="432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9859BA26-5A14-9402-5309-E5E27FB65AC4}"/>
              </a:ext>
            </a:extLst>
          </p:cNvPr>
          <p:cNvCxnSpPr>
            <a:cxnSpLocks/>
          </p:cNvCxnSpPr>
          <p:nvPr userDrawn="1"/>
        </p:nvCxnSpPr>
        <p:spPr>
          <a:xfrm flipV="1">
            <a:off x="597622" y="4725939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btitle Placeholder 2">
            <a:extLst>
              <a:ext uri="{FF2B5EF4-FFF2-40B4-BE49-F238E27FC236}">
                <a16:creationId xmlns:a16="http://schemas.microsoft.com/office/drawing/2014/main" id="{D8CCA0A3-582F-7996-36B4-9B594963CE1D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7"/>
            </p:custDataLst>
          </p:nvPr>
        </p:nvSpPr>
        <p:spPr>
          <a:xfrm>
            <a:off x="6331413" y="2617381"/>
            <a:ext cx="5272786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Subtitle Placeholder 1">
            <a:extLst>
              <a:ext uri="{FF2B5EF4-FFF2-40B4-BE49-F238E27FC236}">
                <a16:creationId xmlns:a16="http://schemas.microsoft.com/office/drawing/2014/main" id="{4D9509D8-D956-04E6-E6D3-9DA260EE2407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8"/>
            </p:custDataLst>
          </p:nvPr>
        </p:nvSpPr>
        <p:spPr>
          <a:xfrm>
            <a:off x="725546" y="2617381"/>
            <a:ext cx="5262499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3" name="Subtitle Placeholder 4">
            <a:extLst>
              <a:ext uri="{FF2B5EF4-FFF2-40B4-BE49-F238E27FC236}">
                <a16:creationId xmlns:a16="http://schemas.microsoft.com/office/drawing/2014/main" id="{311C939E-37DC-9665-FBBC-6A92C7BA6208}"/>
              </a:ext>
            </a:extLst>
          </p:cNvPr>
          <p:cNvSpPr>
            <a:spLocks noGrp="1"/>
          </p:cNvSpPr>
          <p:nvPr>
            <p:ph type="body" idx="37" hasCustomPrompt="1"/>
            <p:custDataLst>
              <p:tags r:id="rId9"/>
            </p:custDataLst>
          </p:nvPr>
        </p:nvSpPr>
        <p:spPr>
          <a:xfrm>
            <a:off x="6331887" y="4735667"/>
            <a:ext cx="5262074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Subtitle Placeholder 3">
            <a:extLst>
              <a:ext uri="{FF2B5EF4-FFF2-40B4-BE49-F238E27FC236}">
                <a16:creationId xmlns:a16="http://schemas.microsoft.com/office/drawing/2014/main" id="{330D9E86-0815-5CF4-D122-A47F270BFDEE}"/>
              </a:ext>
            </a:extLst>
          </p:cNvPr>
          <p:cNvSpPr>
            <a:spLocks noGrp="1"/>
          </p:cNvSpPr>
          <p:nvPr>
            <p:ph type="body" idx="38" hasCustomPrompt="1"/>
            <p:custDataLst>
              <p:tags r:id="rId10"/>
            </p:custDataLst>
          </p:nvPr>
        </p:nvSpPr>
        <p:spPr>
          <a:xfrm>
            <a:off x="725828" y="4735667"/>
            <a:ext cx="5262074" cy="380480"/>
          </a:xfrm>
        </p:spPr>
        <p:txBody>
          <a:bodyPr wrap="square" lIns="108000" tIns="0" rIns="432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315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2920061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br>
              <a:rPr lang="en-US" dirty="0"/>
            </a:br>
            <a:endParaRPr lang="ru-RU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  <p:custDataLst>
              <p:tags r:id="rId3"/>
            </p:custDataLst>
          </p:nvPr>
        </p:nvSpPr>
        <p:spPr>
          <a:xfrm>
            <a:off x="592291" y="3514840"/>
            <a:ext cx="5395759" cy="1084739"/>
          </a:xfrm>
        </p:spPr>
        <p:txBody>
          <a:bodyPr lIns="0" tIns="144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518650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4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Subtitle Placeholder 3">
            <a:extLst>
              <a:ext uri="{FF2B5EF4-FFF2-40B4-BE49-F238E27FC236}">
                <a16:creationId xmlns:a16="http://schemas.microsoft.com/office/drawing/2014/main" id="{131887CB-A394-F22D-D6BB-F44B2E48F0E2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5"/>
            </p:custDataLst>
          </p:nvPr>
        </p:nvSpPr>
        <p:spPr>
          <a:xfrm>
            <a:off x="621439" y="4595769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F1E3906-30C9-0258-5358-32F0F88D9F01}"/>
              </a:ext>
            </a:extLst>
          </p:cNvPr>
          <p:cNvSpPr>
            <a:spLocks noGrp="1"/>
          </p:cNvSpPr>
          <p:nvPr>
            <p:ph type="body" idx="28" hasCustomPrompt="1"/>
            <p:custDataLst>
              <p:tags r:id="rId6"/>
            </p:custDataLst>
          </p:nvPr>
        </p:nvSpPr>
        <p:spPr>
          <a:xfrm>
            <a:off x="621439" y="5195628"/>
            <a:ext cx="5395759" cy="1084739"/>
          </a:xfrm>
        </p:spPr>
        <p:txBody>
          <a:bodyPr lIns="0" tIns="144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7" name="Straight Connector">
            <a:extLst>
              <a:ext uri="{FF2B5EF4-FFF2-40B4-BE49-F238E27FC236}">
                <a16:creationId xmlns:a16="http://schemas.microsoft.com/office/drawing/2014/main" id="{F191B52C-7938-6ABF-4C19-66104E713582}"/>
              </a:ext>
            </a:extLst>
          </p:cNvPr>
          <p:cNvCxnSpPr>
            <a:cxnSpLocks/>
          </p:cNvCxnSpPr>
          <p:nvPr userDrawn="1"/>
        </p:nvCxnSpPr>
        <p:spPr>
          <a:xfrm>
            <a:off x="620798" y="5194358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C422D6A-7D64-CF12-FDAE-C05406DA4A67}"/>
              </a:ext>
            </a:extLst>
          </p:cNvPr>
          <p:cNvSpPr/>
          <p:nvPr userDrawn="1"/>
        </p:nvSpPr>
        <p:spPr>
          <a:xfrm>
            <a:off x="6208224" y="2920060"/>
            <a:ext cx="5983775" cy="33603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Ins="0" bIns="0" rtlCol="0" anchor="ctr" anchorCtr="0"/>
          <a:lstStyle/>
          <a:p>
            <a:pPr algn="ctr"/>
            <a:endParaRPr lang="ru-RU" dirty="0"/>
          </a:p>
        </p:txBody>
      </p:sp>
      <p:sp>
        <p:nvSpPr>
          <p:cNvPr id="19" name="Subtitle Placeholder 2">
            <a:extLst>
              <a:ext uri="{FF2B5EF4-FFF2-40B4-BE49-F238E27FC236}">
                <a16:creationId xmlns:a16="http://schemas.microsoft.com/office/drawing/2014/main" id="{7612D4FE-8F85-66CB-75F2-5AFE89450D67}"/>
              </a:ext>
            </a:extLst>
          </p:cNvPr>
          <p:cNvSpPr>
            <a:spLocks noGrp="1"/>
          </p:cNvSpPr>
          <p:nvPr>
            <p:ph type="body" idx="29" hasCustomPrompt="1"/>
            <p:custDataLst>
              <p:tags r:id="rId7"/>
            </p:custDataLst>
          </p:nvPr>
        </p:nvSpPr>
        <p:spPr>
          <a:xfrm>
            <a:off x="6208224" y="2920060"/>
            <a:ext cx="5404846" cy="598589"/>
          </a:xfrm>
        </p:spPr>
        <p:txBody>
          <a:bodyPr wrap="square" lIns="216000" tIns="216000" rIns="0" bIns="72000" anchor="ctr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EC8CC47-C120-A69E-DA74-FA24491B237D}"/>
              </a:ext>
            </a:extLst>
          </p:cNvPr>
          <p:cNvSpPr>
            <a:spLocks noGrp="1"/>
          </p:cNvSpPr>
          <p:nvPr>
            <p:ph type="body" idx="30" hasCustomPrompt="1"/>
            <p:custDataLst>
              <p:tags r:id="rId8"/>
            </p:custDataLst>
          </p:nvPr>
        </p:nvSpPr>
        <p:spPr>
          <a:xfrm>
            <a:off x="6208224" y="3526415"/>
            <a:ext cx="5391485" cy="1437930"/>
          </a:xfrm>
        </p:spPr>
        <p:txBody>
          <a:bodyPr wrap="square"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7982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After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9490699" y="0"/>
            <a:ext cx="2701301" cy="269321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6559709" y="3017580"/>
            <a:ext cx="5040000" cy="3256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 1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592291" y="2428114"/>
            <a:ext cx="5040000" cy="380480"/>
          </a:xfrm>
        </p:spPr>
        <p:txBody>
          <a:bodyPr wrap="square" lIns="0" tIns="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  <p:custDataLst>
              <p:tags r:id="rId2"/>
            </p:custDataLst>
          </p:nvPr>
        </p:nvSpPr>
        <p:spPr>
          <a:xfrm>
            <a:off x="592291" y="3014980"/>
            <a:ext cx="5040000" cy="3255559"/>
          </a:xfrm>
          <a:solidFill>
            <a:schemeClr val="accent6"/>
          </a:solidFill>
          <a:ln w="12700">
            <a:noFill/>
          </a:ln>
        </p:spPr>
        <p:txBody>
          <a:bodyPr lIns="216000" tIns="216000" rIns="216000" bIns="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 2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6564625" y="2428114"/>
            <a:ext cx="5040000" cy="380480"/>
          </a:xfrm>
        </p:spPr>
        <p:txBody>
          <a:bodyPr wrap="square" lIns="0" tIns="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  <p:custDataLst>
              <p:tags r:id="rId5"/>
            </p:custDataLst>
          </p:nvPr>
        </p:nvSpPr>
        <p:spPr>
          <a:xfrm>
            <a:off x="6564625" y="3014649"/>
            <a:ext cx="5040000" cy="3256220"/>
          </a:xfrm>
        </p:spPr>
        <p:txBody>
          <a:bodyPr lIns="216000" tIns="216000" rIns="216000" bIns="0" anchor="ctr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0B3EDB0-01C6-27DB-D0EF-C6D5398EC16D}"/>
              </a:ext>
            </a:extLst>
          </p:cNvPr>
          <p:cNvSpPr/>
          <p:nvPr userDrawn="1"/>
        </p:nvSpPr>
        <p:spPr>
          <a:xfrm>
            <a:off x="5988051" y="4394046"/>
            <a:ext cx="288924" cy="497427"/>
          </a:xfrm>
          <a:prstGeom prst="rightArrow">
            <a:avLst>
              <a:gd name="adj1" fmla="val 43114"/>
              <a:gd name="adj2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itle Placeholder">
            <a:extLst>
              <a:ext uri="{FF2B5EF4-FFF2-40B4-BE49-F238E27FC236}">
                <a16:creationId xmlns:a16="http://schemas.microsoft.com/office/drawing/2014/main" id="{A1DE6B08-89AA-F3DC-57F8-3AB4457E11C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91650" y="1313707"/>
            <a:ext cx="110080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pic>
        <p:nvPicPr>
          <p:cNvPr id="7" name="Free Badge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918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9" name="Graphic 8" descr="Open quotation mark with solid fill">
            <a:extLst>
              <a:ext uri="{FF2B5EF4-FFF2-40B4-BE49-F238E27FC236}">
                <a16:creationId xmlns:a16="http://schemas.microsoft.com/office/drawing/2014/main" id="{37BAEFC4-A7A6-7FF3-1696-CC175F3CE7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5688" y="1412240"/>
            <a:ext cx="1054644" cy="1054644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885707" y="2173272"/>
            <a:ext cx="8420587" cy="251145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7B6B9A0-B3DE-FBE6-AD68-ECE372E24875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3398121" y="5537734"/>
            <a:ext cx="5395759" cy="222625"/>
          </a:xfrm>
        </p:spPr>
        <p:txBody>
          <a:bodyPr lIns="0" tIns="0" rIns="0" bIns="0" anchor="t" anchorCtr="0">
            <a:sp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160DDADB-2037-AAD6-BCAC-C315320D3B0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9499256" y="4401277"/>
            <a:ext cx="1054644" cy="1054644"/>
          </a:xfrm>
          <a:prstGeom prst="rect">
            <a:avLst/>
          </a:prstGeom>
        </p:spPr>
      </p:pic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0550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s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13707"/>
            <a:ext cx="3524738" cy="31393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976E85-1DD3-9EA9-0C27-1CDC76B0A8B0}"/>
              </a:ext>
            </a:extLst>
          </p:cNvPr>
          <p:cNvSpPr>
            <a:spLocks noGrp="1"/>
          </p:cNvSpPr>
          <p:nvPr>
            <p:ph type="body" sz="quarter" idx="32"/>
            <p:custDataLst>
              <p:tags r:id="rId3"/>
            </p:custDataLst>
          </p:nvPr>
        </p:nvSpPr>
        <p:spPr>
          <a:xfrm>
            <a:off x="4332288" y="1313706"/>
            <a:ext cx="7257096" cy="4971965"/>
          </a:xfrm>
        </p:spPr>
        <p:txBody>
          <a:bodyPr>
            <a:noAutofit/>
          </a:bodyPr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9612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ImageColum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3F9BDAF-97BD-B7E8-E596-FA7F78EF37EB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/>
            <p:custDataLst>
              <p:tags r:id="rId1"/>
            </p:custDataLst>
          </p:nvPr>
        </p:nvSpPr>
        <p:spPr>
          <a:xfrm>
            <a:off x="588000" y="5858302"/>
            <a:ext cx="11016000" cy="415498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7C98F59F-A6C9-2B50-6862-5346466525A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7207" y="1309407"/>
            <a:ext cx="11007418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2000" spc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79F6F6C-B0C0-FD55-BA23-AAC3C485E66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1802406"/>
            <a:ext cx="11017250" cy="3839898"/>
          </a:xfrm>
          <a:prstGeom prst="round2SameRect">
            <a:avLst>
              <a:gd name="adj1" fmla="val 1154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989A2208-4E6D-1AD6-32D2-AB05C3649BD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D2D3368-569E-CC8A-A8A7-FA642F931BB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196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bulle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B6737F-E545-50F8-5414-AC135C8D9DEF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4E22C4B1-7E49-FB7E-4C6F-33773DCE17FA}"/>
              </a:ext>
            </a:extLst>
          </p:cNvPr>
          <p:cNvSpPr>
            <a:spLocks noGrp="1"/>
          </p:cNvSpPr>
          <p:nvPr>
            <p:ph type="body" idx="25"/>
            <p:custDataLst>
              <p:tags r:id="rId1"/>
            </p:custDataLst>
          </p:nvPr>
        </p:nvSpPr>
        <p:spPr>
          <a:xfrm>
            <a:off x="597765" y="3443315"/>
            <a:ext cx="5390284" cy="2832570"/>
          </a:xfrm>
        </p:spPr>
        <p:txBody>
          <a:bodyPr wrap="square" lIns="0" tIns="0" rIns="216000" bIns="0" anchor="ctr" anchorCtr="0">
            <a:noAutofit/>
          </a:bodyPr>
          <a:lstStyle>
            <a:lvl1pPr marL="0" marR="0" indent="2667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11645982-54D3-C26F-CEBD-A6130A448B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05781B3D-6DFB-A981-E576-EBBA29CD6CA3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B9EF54-9B31-F027-E3F6-FE3AED0936B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1651" y="1313707"/>
            <a:ext cx="5400674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A37ABB1E-503E-5217-35FE-32C90FEC7D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7869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screen-char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029952C-D488-354A-3257-8D97E520EB46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F736408-7033-3DEF-7582-9C6C1B69B271}"/>
              </a:ext>
            </a:extLst>
          </p:cNvPr>
          <p:cNvSpPr>
            <a:spLocks noGrp="1"/>
          </p:cNvSpPr>
          <p:nvPr>
            <p:ph type="body" idx="26"/>
            <p:custDataLst>
              <p:tags r:id="rId1"/>
            </p:custDataLst>
          </p:nvPr>
        </p:nvSpPr>
        <p:spPr>
          <a:xfrm>
            <a:off x="588000" y="5650552"/>
            <a:ext cx="11016000" cy="623248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F1E030C2-BCA9-6AC1-5CEF-18F8CC03D0E9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588000" y="2171700"/>
            <a:ext cx="11016000" cy="3262852"/>
          </a:xfr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639B6EFC-A201-CDD6-DAA1-47074FEE5D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804AB72-69EB-280B-06B9-B95EC6C10971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CB8FFA-19EB-EC5F-63F5-B3836A302C4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55861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39A0CE7-855D-E4A8-C2D9-7C446F9DD66F}"/>
              </a:ext>
            </a:extLst>
          </p:cNvPr>
          <p:cNvSpPr/>
          <p:nvPr userDrawn="1"/>
        </p:nvSpPr>
        <p:spPr>
          <a:xfrm rot="10800000">
            <a:off x="0" y="1486619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9965CBDB-F0FF-07D0-C370-552BE8A64C2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C83E0A47-A057-B7F0-1EB4-AB1F255A559B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95274B-4A7D-1CD8-44AC-FC3BDDA3B76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1" y="1313707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7BDD06D6-C58B-FDF5-CE0E-0F7748F196D1}"/>
              </a:ext>
            </a:extLst>
          </p:cNvPr>
          <p:cNvSpPr>
            <a:spLocks noGrp="1"/>
          </p:cNvSpPr>
          <p:nvPr>
            <p:ph type="body" idx="25"/>
            <p:custDataLst>
              <p:tags r:id="rId3"/>
            </p:custDataLst>
          </p:nvPr>
        </p:nvSpPr>
        <p:spPr>
          <a:xfrm>
            <a:off x="6214341" y="1159613"/>
            <a:ext cx="5390284" cy="5116272"/>
          </a:xfrm>
        </p:spPr>
        <p:txBody>
          <a:bodyPr wrap="square" lIns="0" tIns="0" rIns="216000" bIns="0" anchor="b" anchorCtr="0">
            <a:spAutoFit/>
          </a:bodyPr>
          <a:lstStyle>
            <a:lvl1pPr marL="0" marR="0" indent="2667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26670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6817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 descr="Портфель со сплошной заливкой">
            <a:extLst>
              <a:ext uri="{FF2B5EF4-FFF2-40B4-BE49-F238E27FC236}">
                <a16:creationId xmlns:a16="http://schemas.microsoft.com/office/drawing/2014/main" id="{881BE5A8-3084-DAF6-419E-8188E2784A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F839E024-FBF6-D9B7-75E7-FD5D4C2AA142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F1D9706D-CD18-29CC-50F3-9F4BC8ADFC4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pic>
        <p:nvPicPr>
          <p:cNvPr id="2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137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C78C3DDD-916D-70F6-DE6F-D75DED6249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82C0452-B86B-DF88-DCEB-6364450FC65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8" name="Free Bad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9548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ullet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1"/>
            </p:custDataLst>
          </p:nvPr>
        </p:nvSpPr>
        <p:spPr>
          <a:xfrm>
            <a:off x="1087588" y="572328"/>
            <a:ext cx="4900462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6" name="Title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91650" y="1335436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Subtitle Placeholder 1">
            <a:extLst>
              <a:ext uri="{FF2B5EF4-FFF2-40B4-BE49-F238E27FC236}">
                <a16:creationId xmlns:a16="http://schemas.microsoft.com/office/drawing/2014/main" id="{0337832E-E630-13BE-D8D7-8EB89C0367A4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3"/>
            </p:custDataLst>
          </p:nvPr>
        </p:nvSpPr>
        <p:spPr>
          <a:xfrm>
            <a:off x="587375" y="2252506"/>
            <a:ext cx="5400675" cy="4150926"/>
          </a:xfrm>
        </p:spPr>
        <p:txBody>
          <a:bodyPr wrap="square" lIns="0" tIns="72000" rIns="108000" bIns="0" anchor="t" anchorCtr="0">
            <a:spAutoFit/>
          </a:bodyPr>
          <a:lstStyle>
            <a:lvl1pPr marL="0" marR="0" indent="265113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 sz="18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</a:p>
          <a:p>
            <a:pPr marL="0" marR="0" lvl="0" indent="265113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9" name="Subtitle Placeholder 2">
            <a:extLst>
              <a:ext uri="{FF2B5EF4-FFF2-40B4-BE49-F238E27FC236}">
                <a16:creationId xmlns:a16="http://schemas.microsoft.com/office/drawing/2014/main" id="{6B4CF58A-BDEE-6F4A-0D5C-F4B00B00C49A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4"/>
            </p:custDataLst>
          </p:nvPr>
        </p:nvSpPr>
        <p:spPr>
          <a:xfrm>
            <a:off x="6203952" y="2252506"/>
            <a:ext cx="5400675" cy="4150926"/>
          </a:xfrm>
        </p:spPr>
        <p:txBody>
          <a:bodyPr wrap="square" lIns="108000" tIns="72000" rIns="0" bIns="0" anchor="t" anchorCtr="0">
            <a:spAutoFit/>
          </a:bodyPr>
          <a:lstStyle>
            <a:lvl1pPr marL="0" marR="0" indent="265113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 sz="18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  <a:endParaRPr lang="ru-RU" dirty="0"/>
          </a:p>
          <a:p>
            <a:pPr lvl="0"/>
            <a:r>
              <a:rPr lang="en-US" dirty="0"/>
              <a:t>CLICK TO EDIT MASTER TEXT STYLES</a:t>
            </a:r>
          </a:p>
          <a:p>
            <a:pPr marL="0" marR="0" lvl="0" indent="265113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876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-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DDA395-4B2E-5027-97BE-94CAC77107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1" y="1328075"/>
            <a:ext cx="11012973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0795" y="2185155"/>
            <a:ext cx="0" cy="40624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/>
            <p:custDataLst>
              <p:tags r:id="rId3"/>
            </p:custDataLst>
          </p:nvPr>
        </p:nvSpPr>
        <p:spPr>
          <a:xfrm>
            <a:off x="593847" y="2147590"/>
            <a:ext cx="5171831" cy="4137543"/>
          </a:xfrm>
        </p:spPr>
        <p:txBody>
          <a:bodyPr wrap="square" lIns="0" tIns="0" rIns="0" bIns="0" anchor="t" anchorCtr="0">
            <a:spAutoFit/>
          </a:bodyPr>
          <a:lstStyle>
            <a:lvl1pPr marL="0" marR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8E3E627-91BC-2FBD-6622-ACDBD0FB4CCB}"/>
              </a:ext>
            </a:extLst>
          </p:cNvPr>
          <p:cNvSpPr>
            <a:spLocks noGrp="1"/>
          </p:cNvSpPr>
          <p:nvPr>
            <p:ph type="body" idx="25"/>
            <p:custDataLst>
              <p:tags r:id="rId4"/>
            </p:custDataLst>
          </p:nvPr>
        </p:nvSpPr>
        <p:spPr>
          <a:xfrm>
            <a:off x="6426322" y="2147590"/>
            <a:ext cx="5171831" cy="4137543"/>
          </a:xfrm>
        </p:spPr>
        <p:txBody>
          <a:bodyPr wrap="square" lIns="0" tIns="0" rIns="0" bIns="0" anchor="t" anchorCtr="0">
            <a:spAutoFit/>
          </a:bodyPr>
          <a:lstStyle>
            <a:lvl1pPr marL="0" marR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  <a:p>
            <a:pPr marL="0" marR="0" lvl="0" indent="180975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dirty="0"/>
              <a:t>Click to edit Master text styles</a:t>
            </a:r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6947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-detail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40111D9-9615-C1EC-934E-C33457C00A1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91650" y="1313707"/>
            <a:ext cx="11012975" cy="23544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1800" b="0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1087588" y="572328"/>
            <a:ext cx="4900462" cy="184666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Table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1786329"/>
            <a:ext cx="11017250" cy="4487473"/>
          </a:xfrm>
        </p:spPr>
        <p:txBody>
          <a:bodyPr/>
          <a:lstStyle/>
          <a:p>
            <a:endParaRPr lang="ru-RU"/>
          </a:p>
        </p:txBody>
      </p:sp>
      <p:pic>
        <p:nvPicPr>
          <p:cNvPr id="3" name="Free Badge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526400" y="6429600"/>
            <a:ext cx="1134000" cy="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63" Type="http://schemas.openxmlformats.org/officeDocument/2006/relationships/slideLayout" Target="../slideLayouts/slideLayout74.xml"/><Relationship Id="rId68" Type="http://schemas.openxmlformats.org/officeDocument/2006/relationships/slideLayout" Target="../slideLayouts/slideLayout79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66" Type="http://schemas.openxmlformats.org/officeDocument/2006/relationships/slideLayout" Target="../slideLayouts/slideLayout77.xml"/><Relationship Id="rId7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1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64" Type="http://schemas.openxmlformats.org/officeDocument/2006/relationships/slideLayout" Target="../slideLayouts/slideLayout75.xml"/><Relationship Id="rId69" Type="http://schemas.openxmlformats.org/officeDocument/2006/relationships/slideLayout" Target="../slideLayouts/slideLayout80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Relationship Id="rId67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73.xml"/><Relationship Id="rId70" Type="http://schemas.openxmlformats.org/officeDocument/2006/relationships/slideLayout" Target="../slideLayouts/slideLayout81.xml"/><Relationship Id="rId75" Type="http://schemas.openxmlformats.org/officeDocument/2006/relationships/tags" Target="../tags/tag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slideLayout" Target="../slideLayouts/slideLayout76.xml"/><Relationship Id="rId7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45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6" Type="http://schemas.openxmlformats.org/officeDocument/2006/relationships/tags" Target="../tags/tag2.xml"/><Relationship Id="rId7" Type="http://schemas.openxmlformats.org/officeDocument/2006/relationships/slideLayout" Target="../slideLayouts/slideLayout18.xml"/><Relationship Id="rId71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  <p:custDataLst>
              <p:tags r:id="rId75"/>
            </p:custDataLst>
          </p:nvPr>
        </p:nvSpPr>
        <p:spPr>
          <a:xfrm>
            <a:off x="597207" y="566333"/>
            <a:ext cx="1100741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  <p:custDataLst>
              <p:tags r:id="rId76"/>
            </p:custDataLst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9F05A8-3E39-B0B1-3CD9-3F55B5F2E712}"/>
              </a:ext>
            </a:extLst>
          </p:cNvPr>
          <p:cNvSpPr txBox="1">
            <a:spLocks/>
          </p:cNvSpPr>
          <p:nvPr userDrawn="1"/>
        </p:nvSpPr>
        <p:spPr>
          <a:xfrm>
            <a:off x="11000187" y="572328"/>
            <a:ext cx="594606" cy="2000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6F24BE-8BEB-403A-BDCC-38E201D0662D}" type="slidenum">
              <a:rPr lang="en-ID" smtClean="0">
                <a:solidFill>
                  <a:schemeClr val="tx1">
                    <a:alpha val="35000"/>
                  </a:schemeClr>
                </a:solidFill>
              </a:rPr>
              <a:pPr/>
              <a:t>‹#›</a:t>
            </a:fld>
            <a:endParaRPr lang="en-ID" dirty="0">
              <a:solidFill>
                <a:schemeClr val="tx1">
                  <a:alpha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871" r:id="rId2"/>
    <p:sldLayoutId id="2147483864" r:id="rId3"/>
    <p:sldLayoutId id="2147483875" r:id="rId4"/>
    <p:sldLayoutId id="2147483865" r:id="rId5"/>
    <p:sldLayoutId id="2147483876" r:id="rId6"/>
    <p:sldLayoutId id="2147483877" r:id="rId7"/>
    <p:sldLayoutId id="2147483870" r:id="rId8"/>
    <p:sldLayoutId id="2147483868" r:id="rId9"/>
    <p:sldLayoutId id="2147483938" r:id="rId10"/>
    <p:sldLayoutId id="2147483874" r:id="rId11"/>
    <p:sldLayoutId id="2147483878" r:id="rId12"/>
    <p:sldLayoutId id="2147483879" r:id="rId13"/>
    <p:sldLayoutId id="2147483853" r:id="rId14"/>
    <p:sldLayoutId id="2147483854" r:id="rId15"/>
    <p:sldLayoutId id="2147483880" r:id="rId16"/>
    <p:sldLayoutId id="2147483881" r:id="rId17"/>
    <p:sldLayoutId id="2147483858" r:id="rId18"/>
    <p:sldLayoutId id="2147483882" r:id="rId19"/>
    <p:sldLayoutId id="2147483883" r:id="rId20"/>
    <p:sldLayoutId id="2147483860" r:id="rId21"/>
    <p:sldLayoutId id="2147483862" r:id="rId22"/>
    <p:sldLayoutId id="2147483886" r:id="rId23"/>
    <p:sldLayoutId id="2147483887" r:id="rId24"/>
    <p:sldLayoutId id="2147483888" r:id="rId25"/>
    <p:sldLayoutId id="2147483890" r:id="rId26"/>
    <p:sldLayoutId id="2147483929" r:id="rId27"/>
    <p:sldLayoutId id="2147483930" r:id="rId28"/>
    <p:sldLayoutId id="2147483931" r:id="rId29"/>
    <p:sldLayoutId id="2147483932" r:id="rId30"/>
    <p:sldLayoutId id="2147483933" r:id="rId31"/>
    <p:sldLayoutId id="2147483934" r:id="rId32"/>
    <p:sldLayoutId id="2147483935" r:id="rId33"/>
    <p:sldLayoutId id="2147483936" r:id="rId34"/>
    <p:sldLayoutId id="2147483937" r:id="rId35"/>
    <p:sldLayoutId id="2147483901" r:id="rId36"/>
    <p:sldLayoutId id="2147483902" r:id="rId37"/>
    <p:sldLayoutId id="2147483903" r:id="rId38"/>
    <p:sldLayoutId id="2147483905" r:id="rId39"/>
    <p:sldLayoutId id="2147483906" r:id="rId40"/>
    <p:sldLayoutId id="2147483907" r:id="rId41"/>
    <p:sldLayoutId id="2147483908" r:id="rId42"/>
    <p:sldLayoutId id="2147483909" r:id="rId43"/>
    <p:sldLayoutId id="2147483910" r:id="rId44"/>
    <p:sldLayoutId id="2147483911" r:id="rId45"/>
    <p:sldLayoutId id="2147483912" r:id="rId46"/>
    <p:sldLayoutId id="2147483913" r:id="rId47"/>
    <p:sldLayoutId id="2147483914" r:id="rId48"/>
    <p:sldLayoutId id="2147483915" r:id="rId49"/>
    <p:sldLayoutId id="2147483916" r:id="rId50"/>
    <p:sldLayoutId id="2147483917" r:id="rId51"/>
    <p:sldLayoutId id="2147483919" r:id="rId52"/>
    <p:sldLayoutId id="2147483920" r:id="rId53"/>
    <p:sldLayoutId id="2147483921" r:id="rId54"/>
    <p:sldLayoutId id="2147483922" r:id="rId55"/>
    <p:sldLayoutId id="2147483923" r:id="rId56"/>
    <p:sldLayoutId id="2147483928" r:id="rId57"/>
    <p:sldLayoutId id="2147483939" r:id="rId58"/>
    <p:sldLayoutId id="2147483940" r:id="rId59"/>
    <p:sldLayoutId id="2147483941" r:id="rId60"/>
    <p:sldLayoutId id="2147483942" r:id="rId61"/>
    <p:sldLayoutId id="2147483943" r:id="rId62"/>
    <p:sldLayoutId id="2147483944" r:id="rId63"/>
    <p:sldLayoutId id="2147483945" r:id="rId64"/>
    <p:sldLayoutId id="2147483946" r:id="rId65"/>
    <p:sldLayoutId id="2147483947" r:id="rId66"/>
    <p:sldLayoutId id="2147483948" r:id="rId67"/>
    <p:sldLayoutId id="2147483949" r:id="rId68"/>
    <p:sldLayoutId id="2147483825" r:id="rId69"/>
    <p:sldLayoutId id="2147483826" r:id="rId70"/>
    <p:sldLayoutId id="2147483950" r:id="rId71"/>
    <p:sldLayoutId id="2147483951" r:id="rId72"/>
    <p:sldLayoutId id="2147483952" r:id="rId7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68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12" pos="2003" userDrawn="1">
          <p15:clr>
            <a:srgbClr val="A4A3A4"/>
          </p15:clr>
        </p15:guide>
        <p15:guide id="13" pos="2139" userDrawn="1">
          <p15:clr>
            <a:srgbClr val="A4A3A4"/>
          </p15:clr>
        </p15:guide>
        <p15:guide id="14" pos="5541" userDrawn="1">
          <p15:clr>
            <a:srgbClr val="A4A3A4"/>
          </p15:clr>
        </p15:guide>
        <p15:guide id="15" pos="5677" userDrawn="1">
          <p15:clr>
            <a:srgbClr val="A4A3A4"/>
          </p15:clr>
        </p15:guide>
        <p15:guide id="16" pos="3772" userDrawn="1">
          <p15:clr>
            <a:srgbClr val="A4A3A4"/>
          </p15:clr>
        </p15:guide>
        <p15:guide id="17" pos="3908" userDrawn="1">
          <p15:clr>
            <a:srgbClr val="A4A3A4"/>
          </p15:clr>
        </p15:guide>
        <p15:guide id="18" pos="2593" userDrawn="1">
          <p15:clr>
            <a:srgbClr val="9FCC3B"/>
          </p15:clr>
        </p15:guide>
        <p15:guide id="19" pos="2729" userDrawn="1">
          <p15:clr>
            <a:srgbClr val="9FCC3B"/>
          </p15:clr>
        </p15:guide>
        <p15:guide id="20" pos="4951" userDrawn="1">
          <p15:clr>
            <a:srgbClr val="9FCC3B"/>
          </p15:clr>
        </p15:guide>
        <p15:guide id="21" pos="5087" userDrawn="1">
          <p15:clr>
            <a:srgbClr val="9FCC3B"/>
          </p15:clr>
        </p15:guide>
        <p15:guide id="22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14B4D-89EE-DBCC-B6F1-001FA39A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3600" dirty="0">
                <a:latin typeface="+mj-lt"/>
                <a:ea typeface="+mj-ea"/>
                <a:cs typeface="+mj-cs"/>
              </a:rPr>
              <a:t>Automated Task Reminder &amp; Tracking Application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Placeholder 4" descr="A person sitting at a computer with a graph and charts&#10;&#10;AI-generated content may be incorrect.">
            <a:extLst>
              <a:ext uri="{FF2B5EF4-FFF2-40B4-BE49-F238E27FC236}">
                <a16:creationId xmlns:a16="http://schemas.microsoft.com/office/drawing/2014/main" id="{971AF406-66AB-5A3A-1685-556475E71FA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429" r="2" b="431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68E22-6B6F-8EEF-71E3-DDD681285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11453" y="2478024"/>
            <a:ext cx="3872243" cy="3694176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2000" dirty="0"/>
              <a:t>Presented by </a:t>
            </a:r>
            <a:r>
              <a:rPr lang="en-US" sz="2000" b="1" dirty="0"/>
              <a:t> Dakarai Mahis</a:t>
            </a:r>
            <a:r>
              <a:rPr lang="en-US" sz="1800" b="1" dirty="0"/>
              <a:t>a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64278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1848" y="1613824"/>
            <a:ext cx="4446147" cy="567074"/>
          </a:xfr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3200" b="1" dirty="0">
                <a:latin typeface="+mj-lt"/>
                <a:ea typeface="+mj-ea"/>
                <a:cs typeface="+mj-cs"/>
              </a:rPr>
              <a:t>Problem Statement</a:t>
            </a:r>
          </a:p>
        </p:txBody>
      </p:sp>
      <p:pic>
        <p:nvPicPr>
          <p:cNvPr id="8" name="Picture Placeholder 7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DC89C388-E4B0-8E20-2060-280F886545A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-2" b="675"/>
          <a:stretch>
            <a:fillRect/>
          </a:stretch>
        </p:blipFill>
        <p:spPr>
          <a:xfrm>
            <a:off x="884698" y="877413"/>
            <a:ext cx="6406903" cy="504309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E589684-54CA-64D8-C963-5F19FF75B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697" y="5858828"/>
            <a:ext cx="6406903" cy="123363"/>
            <a:chOff x="7015162" y="5858828"/>
            <a:chExt cx="4300544" cy="1233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56B8E8-B789-DA4D-E4BE-03FA3165B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255D907-377D-0DF9-B4A4-4B44C46F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>
          <a:xfrm>
            <a:off x="7478545" y="2378868"/>
            <a:ext cx="4702126" cy="3598710"/>
          </a:xfrm>
        </p:spPr>
        <p:txBody>
          <a:bodyPr vert="horz" lIns="91440" tIns="45720" rIns="91440" bIns="45720" rtlCol="0" anchor="t">
            <a:normAutofit lnSpcReduction="10000"/>
          </a:bodyPr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2400" b="1" dirty="0"/>
              <a:t>Problem Addressed:</a:t>
            </a:r>
            <a:endParaRPr lang="en-US" sz="2400" dirty="0"/>
          </a:p>
          <a:p>
            <a:pPr marL="342900" indent="-342900" defTabSz="914400">
              <a:buChar char="•"/>
            </a:pPr>
            <a:r>
              <a:rPr lang="en-US" sz="2000" dirty="0"/>
              <a:t>Traditional manual tracking leads to missed deadlines, "cognitive overload," and fragmented workflows.</a:t>
            </a:r>
            <a:endParaRPr lang="en-US" sz="2000"/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300"/>
          </a:p>
          <a:p>
            <a:pPr defTabSz="914400"/>
            <a:r>
              <a:rPr lang="en-US" sz="2400" b="1" dirty="0"/>
              <a:t>why it Matters:</a:t>
            </a:r>
            <a:endParaRPr lang="en-US" sz="2400" dirty="0"/>
          </a:p>
          <a:p>
            <a:pPr marL="285750" indent="-285750" defTabSz="914400">
              <a:buChar char="•"/>
            </a:pPr>
            <a:r>
              <a:rPr lang="en-US" sz="2000" dirty="0"/>
              <a:t>In a fast-paced environment, missing a single task can stall an entire project. Automation ensures accountability and mental clarity.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4C07-A6BE-1E0C-0502-F29EA72F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Project Objectives</a:t>
            </a:r>
            <a:endParaRPr lang="en-US" sz="36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6DC6F5-F7F6-2308-891E-1EFDC5E4A499}"/>
              </a:ext>
            </a:extLst>
          </p:cNvPr>
          <p:cNvSpPr/>
          <p:nvPr/>
        </p:nvSpPr>
        <p:spPr>
          <a:xfrm>
            <a:off x="1090101" y="1685235"/>
            <a:ext cx="2986599" cy="212388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</a:rPr>
              <a:t>Automate Notifications: 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2000" dirty="0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2000" baseline="0" dirty="0">
                <a:solidFill>
                  <a:schemeClr val="accent1"/>
                </a:solidFill>
                <a:latin typeface="Calibri"/>
              </a:rPr>
              <a:t>Eliminate manual checking by sending real-time alert</a:t>
            </a:r>
            <a:r>
              <a:rPr lang="en-US" sz="2000" baseline="0" dirty="0">
                <a:solidFill>
                  <a:schemeClr val="bg2"/>
                </a:solidFill>
                <a:latin typeface="Calibri"/>
              </a:rPr>
              <a:t>s.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5E7F35-44FA-AF55-ED12-9A83334D6D88}"/>
              </a:ext>
            </a:extLst>
          </p:cNvPr>
          <p:cNvSpPr/>
          <p:nvPr/>
        </p:nvSpPr>
        <p:spPr>
          <a:xfrm>
            <a:off x="1092309" y="4263222"/>
            <a:ext cx="2985715" cy="223122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</a:rPr>
              <a:t>Enable Data Portability: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ptos" panose="020B0004020202020204"/>
            </a:endParaRPr>
          </a:p>
          <a:p>
            <a:pPr algn="ctr"/>
            <a:endParaRPr lang="en-US" sz="2000" dirty="0">
              <a:solidFill>
                <a:schemeClr val="accent1"/>
              </a:solidFill>
              <a:latin typeface="Calibri"/>
            </a:endParaRPr>
          </a:p>
          <a:p>
            <a:pPr algn="ctr"/>
            <a:r>
              <a:rPr lang="en-US" sz="2000" dirty="0">
                <a:solidFill>
                  <a:schemeClr val="accent1"/>
                </a:solidFill>
                <a:latin typeface="Calibri"/>
              </a:rPr>
              <a:t> </a:t>
            </a:r>
            <a:r>
              <a:rPr lang="en-US" sz="2000" baseline="0" dirty="0">
                <a:solidFill>
                  <a:schemeClr val="accent1"/>
                </a:solidFill>
                <a:latin typeface="Calibri"/>
              </a:rPr>
              <a:t>Allow users to export history via CSV for external reporting.</a:t>
            </a:r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D44AA3-80CF-2FC2-17C0-93A224834A2C}"/>
              </a:ext>
            </a:extLst>
          </p:cNvPr>
          <p:cNvSpPr/>
          <p:nvPr/>
        </p:nvSpPr>
        <p:spPr>
          <a:xfrm>
            <a:off x="8278963" y="1686559"/>
            <a:ext cx="2743200" cy="21225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</a:rPr>
              <a:t>Enhance Security: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Aptos" panose="020B0004020202020204"/>
            </a:endParaRPr>
          </a:p>
          <a:p>
            <a:pPr algn="ctr"/>
            <a:endParaRPr lang="en-US" sz="2000" dirty="0">
              <a:solidFill>
                <a:schemeClr val="accent1"/>
              </a:solidFill>
              <a:latin typeface="Calibri"/>
            </a:endParaRPr>
          </a:p>
          <a:p>
            <a:pPr algn="ctr"/>
            <a:r>
              <a:rPr lang="en-US" sz="2000" dirty="0">
                <a:solidFill>
                  <a:schemeClr val="accent1"/>
                </a:solidFill>
                <a:latin typeface="Calibri"/>
              </a:rPr>
              <a:t> </a:t>
            </a:r>
            <a:r>
              <a:rPr lang="en-US" sz="2000" baseline="0" dirty="0">
                <a:solidFill>
                  <a:schemeClr val="accent1"/>
                </a:solidFill>
                <a:latin typeface="Calibri"/>
              </a:rPr>
              <a:t>Protect user data through robust authentication and OTP verification.</a:t>
            </a:r>
            <a:endParaRPr lang="en-US" sz="2000">
              <a:solidFill>
                <a:schemeClr val="accent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93F63C-BA94-8FA9-2685-BF4A4EBEB98E}"/>
              </a:ext>
            </a:extLst>
          </p:cNvPr>
          <p:cNvSpPr/>
          <p:nvPr/>
        </p:nvSpPr>
        <p:spPr>
          <a:xfrm>
            <a:off x="4719429" y="1685675"/>
            <a:ext cx="2743200" cy="212388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</a:rPr>
              <a:t>Centralize Data:</a:t>
            </a:r>
            <a:r>
              <a:rPr lang="en-US" sz="2800" b="1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</a:rPr>
              <a:t> </a:t>
            </a:r>
            <a:endParaRPr lang="en-US" sz="2800" b="1">
              <a:solidFill>
                <a:schemeClr val="tx2">
                  <a:lumMod val="76000"/>
                  <a:lumOff val="24000"/>
                </a:schemeClr>
              </a:solidFill>
              <a:latin typeface="Aptos" panose="020B0004020202020204"/>
            </a:endParaRPr>
          </a:p>
          <a:p>
            <a:pPr algn="ctr"/>
            <a:endParaRPr lang="en-US" sz="2000" dirty="0">
              <a:solidFill>
                <a:schemeClr val="accent1"/>
              </a:solidFill>
              <a:latin typeface="Calibri"/>
            </a:endParaRPr>
          </a:p>
          <a:p>
            <a:pPr algn="ctr"/>
            <a:r>
              <a:rPr lang="en-US" sz="2000" baseline="0" dirty="0">
                <a:solidFill>
                  <a:schemeClr val="accent1"/>
                </a:solidFill>
                <a:latin typeface="Calibri"/>
              </a:rPr>
              <a:t>Provide a single source of truth for all pending and completed tasks.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6C9BCF-5956-04BF-AA61-F89554280398}"/>
              </a:ext>
            </a:extLst>
          </p:cNvPr>
          <p:cNvSpPr/>
          <p:nvPr/>
        </p:nvSpPr>
        <p:spPr>
          <a:xfrm>
            <a:off x="4841350" y="4266315"/>
            <a:ext cx="2743200" cy="22250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Calibri"/>
              </a:rPr>
              <a:t>Improve Time Management: </a:t>
            </a:r>
            <a:endParaRPr lang="en-US" sz="2400" b="1" dirty="0">
              <a:solidFill>
                <a:schemeClr val="tx2">
                  <a:lumMod val="76000"/>
                  <a:lumOff val="24000"/>
                </a:schemeClr>
              </a:solidFill>
              <a:latin typeface="Calibri"/>
            </a:endParaRPr>
          </a:p>
          <a:p>
            <a:pPr algn="ctr"/>
            <a:endParaRPr lang="en-US" sz="2000" dirty="0">
              <a:solidFill>
                <a:schemeClr val="accent1"/>
              </a:solidFill>
              <a:latin typeface="Calibri"/>
            </a:endParaRPr>
          </a:p>
          <a:p>
            <a:pPr algn="ctr"/>
            <a:r>
              <a:rPr lang="en-US" sz="2000" baseline="0" dirty="0">
                <a:solidFill>
                  <a:schemeClr val="accent1"/>
                </a:solidFill>
                <a:latin typeface="Calibri"/>
              </a:rPr>
              <a:t>Help users prioritize high-impact tasks through status tracking.</a:t>
            </a:r>
            <a:endParaRPr lang="en-US" sz="2000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926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26F4D-8AD0-3272-4B66-6E740BB62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Technology Stack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1D30D8-018B-B9CD-7723-6318B4CFECFC}"/>
              </a:ext>
            </a:extLst>
          </p:cNvPr>
          <p:cNvSpPr txBox="1"/>
          <p:nvPr/>
        </p:nvSpPr>
        <p:spPr>
          <a:xfrm>
            <a:off x="2349977" y="2202711"/>
            <a:ext cx="2173356" cy="9783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053"/>
          </a:p>
        </p:txBody>
      </p:sp>
      <p:graphicFrame>
        <p:nvGraphicFramePr>
          <p:cNvPr id="42" name="Diagram 41">
            <a:extLst>
              <a:ext uri="{FF2B5EF4-FFF2-40B4-BE49-F238E27FC236}">
                <a16:creationId xmlns:a16="http://schemas.microsoft.com/office/drawing/2014/main" id="{0F67DD91-8294-E64E-B143-CF8B7B93D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617725"/>
              </p:ext>
            </p:extLst>
          </p:nvPr>
        </p:nvGraphicFramePr>
        <p:xfrm>
          <a:off x="633013" y="2035275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7593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571500"/>
            <a:ext cx="9144000" cy="5715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308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524002" y="571501"/>
            <a:ext cx="9143999" cy="131329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308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571500"/>
            <a:ext cx="6096642" cy="1312884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308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523999" y="571501"/>
            <a:ext cx="9144001" cy="1311925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30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D00754-FA69-1DD8-A1C1-DFB4046AF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785" y="778198"/>
            <a:ext cx="5297791" cy="966000"/>
          </a:xfr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80E644-B3FF-C801-006D-6AC3CD490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776" y="1881945"/>
            <a:ext cx="9148449" cy="440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87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CFE2C-085D-14C2-A085-A2DB7460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Modules Implemented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91C27CF-6B95-F312-9289-83EE47624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668266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564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C1A482D6-E6AF-34B4-FDDD-0FCAC1B5553D}"/>
              </a:ext>
            </a:extLst>
          </p:cNvPr>
          <p:cNvSpPr/>
          <p:nvPr/>
        </p:nvSpPr>
        <p:spPr>
          <a:xfrm>
            <a:off x="223218" y="-2602"/>
            <a:ext cx="11831592" cy="1033272"/>
          </a:xfrm>
          <a:prstGeom prst="horizontalScroll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b="1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Aptos Display"/>
              </a:rPr>
              <a:t>Key Features &amp; UI</a:t>
            </a:r>
            <a:endParaRPr lang="en-US" sz="4000" b="1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B4902DBD-08B3-9462-7864-FD7E15B53200}"/>
              </a:ext>
            </a:extLst>
          </p:cNvPr>
          <p:cNvSpPr/>
          <p:nvPr/>
        </p:nvSpPr>
        <p:spPr>
          <a:xfrm>
            <a:off x="223963" y="1025337"/>
            <a:ext cx="3974756" cy="1033272"/>
          </a:xfrm>
          <a:prstGeom prst="horizontalScroll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Aptos"/>
                <a:ea typeface="Segoe UI"/>
                <a:cs typeface="Segoe UI"/>
              </a:rPr>
              <a:t>Dynamic Dashboard with Overdue and Pending counters.</a:t>
            </a:r>
            <a:endParaRPr lang="en-US" sz="2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5" name="Scroll: Horizontal 4">
            <a:extLst>
              <a:ext uri="{FF2B5EF4-FFF2-40B4-BE49-F238E27FC236}">
                <a16:creationId xmlns:a16="http://schemas.microsoft.com/office/drawing/2014/main" id="{E6E904E1-5CCC-99E0-73F0-D7D279C94CF9}"/>
              </a:ext>
            </a:extLst>
          </p:cNvPr>
          <p:cNvSpPr/>
          <p:nvPr/>
        </p:nvSpPr>
        <p:spPr>
          <a:xfrm>
            <a:off x="215160" y="2050440"/>
            <a:ext cx="3985051" cy="1033272"/>
          </a:xfrm>
          <a:prstGeom prst="horizontalScroll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Aptos"/>
              </a:rPr>
              <a:t>One-click CSV Exporting.</a:t>
            </a:r>
            <a:endParaRPr lang="en-US" sz="2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666FBBE7-D57D-FC05-6735-D70B8617D442}"/>
              </a:ext>
            </a:extLst>
          </p:cNvPr>
          <p:cNvSpPr/>
          <p:nvPr/>
        </p:nvSpPr>
        <p:spPr>
          <a:xfrm>
            <a:off x="215158" y="5285761"/>
            <a:ext cx="3985052" cy="1033272"/>
          </a:xfrm>
          <a:prstGeom prst="horizontalScroll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Aptos"/>
              </a:rPr>
              <a:t>Search and filter options.</a:t>
            </a:r>
            <a:endParaRPr lang="en-US" sz="2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4671FB-1A06-5CE0-508C-F91ACFA08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175" y="3615175"/>
            <a:ext cx="4229652" cy="299591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DBB5D9-06D5-0DDB-B170-C7DB09397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130" y="1025345"/>
            <a:ext cx="4240697" cy="2587570"/>
          </a:xfrm>
          <a:prstGeom prst="rect">
            <a:avLst/>
          </a:prstGeom>
        </p:spPr>
      </p:pic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70ACAEB4-0D17-6892-3D75-31C6EEEC808D}"/>
              </a:ext>
            </a:extLst>
          </p:cNvPr>
          <p:cNvSpPr/>
          <p:nvPr/>
        </p:nvSpPr>
        <p:spPr>
          <a:xfrm>
            <a:off x="216041" y="3102244"/>
            <a:ext cx="3985052" cy="1033272"/>
          </a:xfrm>
          <a:prstGeom prst="horizontalScroll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2">
                    <a:lumMod val="76000"/>
                    <a:lumOff val="24000"/>
                  </a:schemeClr>
                </a:solidFill>
                <a:latin typeface="Aptos"/>
              </a:rPr>
              <a:t>User authentication</a:t>
            </a:r>
            <a:r>
              <a:rPr lang="en-US" sz="2000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Aptos"/>
              </a:rPr>
              <a:t>.</a:t>
            </a:r>
            <a:endParaRPr lang="en-US" sz="2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7" name="Scroll: Horizontal 6">
            <a:extLst>
              <a:ext uri="{FF2B5EF4-FFF2-40B4-BE49-F238E27FC236}">
                <a16:creationId xmlns:a16="http://schemas.microsoft.com/office/drawing/2014/main" id="{E7C760D3-02EE-47CA-4383-3CF1E2E2209D}"/>
              </a:ext>
            </a:extLst>
          </p:cNvPr>
          <p:cNvSpPr/>
          <p:nvPr/>
        </p:nvSpPr>
        <p:spPr>
          <a:xfrm>
            <a:off x="216041" y="4251207"/>
            <a:ext cx="3985052" cy="1033272"/>
          </a:xfrm>
          <a:prstGeom prst="horizontalScroll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>
                <a:solidFill>
                  <a:schemeClr val="tx2">
                    <a:lumMod val="76000"/>
                    <a:lumOff val="24000"/>
                  </a:schemeClr>
                </a:solidFill>
                <a:latin typeface="Aptos"/>
              </a:rPr>
              <a:t>Reminder engine</a:t>
            </a:r>
            <a:r>
              <a:rPr lang="en-US" sz="2000" baseline="0" dirty="0">
                <a:solidFill>
                  <a:schemeClr val="tx2">
                    <a:lumMod val="76000"/>
                    <a:lumOff val="24000"/>
                  </a:schemeClr>
                </a:solidFill>
                <a:latin typeface="Aptos"/>
              </a:rPr>
              <a:t>.</a:t>
            </a:r>
            <a:endParaRPr lang="en-US" sz="2000" dirty="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pic>
        <p:nvPicPr>
          <p:cNvPr id="9" name="Picture 8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03277AE3-EFC0-390C-16AC-7014D3015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720" y="1026352"/>
            <a:ext cx="3495953" cy="2817471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53B554-9D09-7073-294B-18EF1D05C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8521" y="3937276"/>
            <a:ext cx="3608871" cy="269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60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748C-8928-1B05-34BB-D9466202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rgbClr val="404040"/>
                </a:solidFill>
                <a:latin typeface="Bahnschrift"/>
              </a:rPr>
              <a:t>Challenges and Learnings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2AB1F-E660-713D-3C06-7C3A326C7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b="1" baseline="0" dirty="0">
                <a:solidFill>
                  <a:srgbClr val="404040"/>
                </a:solidFill>
                <a:latin typeface="Bahnschrift"/>
              </a:rPr>
              <a:t>Challenges faced</a:t>
            </a:r>
            <a:endParaRPr 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18FD3-C31E-EFDA-B32C-332331E9AD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Syncing real-time reminders</a:t>
            </a:r>
            <a:endParaRPr lang="en-US" sz="2400"/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Handling multiple integration failures after code refactoring</a:t>
            </a:r>
            <a:endParaRPr lang="en-US" sz="2400">
              <a:solidFill>
                <a:srgbClr val="000000"/>
              </a:solidFill>
              <a:latin typeface="Aptos" panose="020B0004020202020204"/>
              <a:ea typeface="Calibri"/>
              <a:cs typeface="Calibri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Customizing Spring Security for effective user authentication</a:t>
            </a:r>
            <a:endParaRPr lang="en-US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D2501F-E4E8-1163-8619-4AA93F56D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404040"/>
                </a:solidFill>
                <a:latin typeface="Bahnschrift"/>
              </a:rPr>
              <a:t>Learnings</a:t>
            </a:r>
            <a:endParaRPr lang="en-US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E6772-D4D7-1D6E-EE4E-5C38A8C6768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solidFill>
                  <a:schemeClr val="tx2">
                    <a:lumMod val="76000"/>
                  </a:schemeClr>
                </a:solidFill>
                <a:latin typeface="Bahnschrift Light"/>
              </a:rPr>
              <a:t>Gained deep experience in asynchronous task scheduling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solidFill>
                  <a:schemeClr val="tx2">
                    <a:lumMod val="76000"/>
                  </a:schemeClr>
                </a:solidFill>
                <a:latin typeface="Bahnschrift Light"/>
              </a:rPr>
              <a:t>Improved understanding of secure authentication flows and data integrity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solidFill>
                  <a:schemeClr val="tx2">
                    <a:lumMod val="76000"/>
                  </a:schemeClr>
                </a:solidFill>
                <a:latin typeface="Bahnschrift Light"/>
              </a:rPr>
              <a:t>Improved debugging and exception handling skills</a:t>
            </a:r>
            <a:endParaRPr lang="en-US" sz="2400" dirty="0" err="1">
              <a:solidFill>
                <a:schemeClr val="tx2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26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B27278-1784-3B08-4928-D444F6AA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Future Enhancements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8B8706-53DA-8C7F-166F-4B6050AAE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42459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1372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000D9-4E6D-5801-C2E1-FEC7ED3FB479}"/>
              </a:ext>
            </a:extLst>
          </p:cNvPr>
          <p:cNvSpPr txBox="1"/>
          <p:nvPr/>
        </p:nvSpPr>
        <p:spPr>
          <a:xfrm>
            <a:off x="1524003" y="1999615"/>
            <a:ext cx="9144000" cy="27640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8769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2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3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ercent4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5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6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5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6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Nam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Val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Nam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Val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Nam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Val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Nam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Val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Nam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websiteVal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Nam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emailVal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Nam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phoneVal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Nam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locationVal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2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3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4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5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5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6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6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7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description7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2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value3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New York">
  <a:themeElements>
    <a:clrScheme name="New York BLUE">
      <a:dk1>
        <a:srgbClr val="404040"/>
      </a:dk1>
      <a:lt1>
        <a:sysClr val="window" lastClr="FFFFFF"/>
      </a:lt1>
      <a:dk2>
        <a:srgbClr val="404040"/>
      </a:dk2>
      <a:lt2>
        <a:srgbClr val="FFFFFF"/>
      </a:lt2>
      <a:accent1>
        <a:srgbClr val="2468ED"/>
      </a:accent1>
      <a:accent2>
        <a:srgbClr val="8AACEF"/>
      </a:accent2>
      <a:accent3>
        <a:srgbClr val="C7D5EF"/>
      </a:accent3>
      <a:accent4>
        <a:srgbClr val="DCE3F0"/>
      </a:accent4>
      <a:accent5>
        <a:srgbClr val="E4EAF4"/>
      </a:accent5>
      <a:accent6>
        <a:srgbClr val="F0F3F8"/>
      </a:accent6>
      <a:hlink>
        <a:srgbClr val="2468ED"/>
      </a:hlink>
      <a:folHlink>
        <a:srgbClr val="404040"/>
      </a:folHlink>
    </a:clrScheme>
    <a:fontScheme name="Другая 6">
      <a:majorFont>
        <a:latin typeface="Bahnschrift"/>
        <a:ea typeface=""/>
        <a:cs typeface=""/>
      </a:majorFont>
      <a:minorFont>
        <a:latin typeface="Bahnschrif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621370E-F668-4966-857D-1EDB90617620}">
  <we:reference id="WA200005566" version="3.0.0.3" store="en-US" storeType="omex"/>
  <we:alternateReferences>
    <we:reference id="WA200005566" version="3.0.0.3" store="en-US" storeType="omex"/>
  </we:alternateReferences>
  <we:properties>
    <we:property name="theme" value="{&quot;name&quot;:&quot;Blue&quot;,&quot;color&quot;:&quot;#2468ED&quot;,&quot;colorPalette&quot;:[&quot;404040&quot;,&quot;FFFFFF&quot;,&quot;404040&quot;,&quot;FFFFFF&quot;,&quot;2468ED&quot;,&quot;8AACEF&quot;,&quot;C7D5EF&quot;,&quot;DCE3F0&quot;,&quot;E4EAF4&quot;,&quot;F0F3F8&quot;,&quot;2468ED&quot;,&quot;404040&quot;],&quot;previewImages&quot;:[&quot;https://cpp.appsdowonders.com/assets/SlideTitle-new-york.webp&quot;,&quot;https://cpp.appsdowonders.com/assets/SlideAgenda-new-york.webp&quot;,&quot;https://cpp.appsdowonders.com/assets/SlideTextbox1V1-new-york.webp&quot;,&quot;https://cpp.appsdowonders.com/assets/SlideTextbox3V1-new-york.webp&quot;,&quot;https://cpp.appsdowonders.com/assets/SlideTable-new-york.webp&quot;,&quot;https://cpp.appsdowonders.com/assets/SlideTimelineV2-new-york.webp&quot;],&quot;isDefault&quot;:true,&quot;previewAnimation&quot;:&quot;https://cpp.appsdowonders.com/assets/new-york-preview.gif&quot;,&quot;index&quot;:0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office theme</vt:lpstr>
      <vt:lpstr>New York</vt:lpstr>
      <vt:lpstr>Automated Task Reminder &amp; Tracking Application</vt:lpstr>
      <vt:lpstr>Problem Statement</vt:lpstr>
      <vt:lpstr>Project Objectives</vt:lpstr>
      <vt:lpstr>Technology Stack</vt:lpstr>
      <vt:lpstr>System Architecture</vt:lpstr>
      <vt:lpstr>Modules Implemented</vt:lpstr>
      <vt:lpstr>PowerPoint Presentation</vt:lpstr>
      <vt:lpstr>Challenges and Learnings</vt:lpstr>
      <vt:lpstr>Future Enhancements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1137</cp:revision>
  <dcterms:created xsi:type="dcterms:W3CDTF">2026-01-21T03:42:59Z</dcterms:created>
  <dcterms:modified xsi:type="dcterms:W3CDTF">2026-01-26T12:51:36Z</dcterms:modified>
</cp:coreProperties>
</file>